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93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6858000" cy="9144000"/>
  <p:embeddedFontLst>
    <p:embeddedFont>
      <p:font typeface="Lato" panose="020F0502020204030203" pitchFamily="34" charset="0"/>
      <p:regular r:id="rId11"/>
      <p:bold r:id="rId12"/>
      <p:italic r:id="rId13"/>
      <p:boldItalic r:id="rId14"/>
    </p:embeddedFont>
    <p:embeddedFont>
      <p:font typeface="Quantico" panose="02000000000000000000" pitchFamily="2" charset="77"/>
      <p:regular r:id="rId15"/>
      <p:bold r:id="rId16"/>
      <p:italic r:id="rId17"/>
      <p:boldItalic r:id="rId1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23"/>
    <p:restoredTop sz="94703"/>
  </p:normalViewPr>
  <p:slideViewPr>
    <p:cSldViewPr snapToGrid="0">
      <p:cViewPr varScale="1">
        <p:scale>
          <a:sx n="169" d="100"/>
          <a:sy n="169" d="100"/>
        </p:scale>
        <p:origin x="192" y="20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10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g3acdf6bd203_0_4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9" name="Google Shape;429;g3acdf6bd203_0_4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g3acdf6bd203_1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5" name="Google Shape;435;g3acdf6bd203_1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g3acdf6bd203_1_5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2" name="Google Shape;452;g3acdf6bd203_1_5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g3acdf6bd203_1_6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0" name="Google Shape;460;g3acdf6bd203_1_6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g3aeaf465ea5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1" name="Google Shape;471;g3aeaf465ea5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g3aeaf465ea5_0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8" name="Google Shape;478;g3aeaf465ea5_0_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g3aeaf465ea5_0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1" name="Google Shape;491;g3aeaf465ea5_0_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g3aeaf465ea5_0_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9" name="Google Shape;499;g3aeaf465ea5_0_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BLANK_16_1_1">
    <p:bg>
      <p:bgPr>
        <a:solidFill>
          <a:schemeClr val="lt2"/>
        </a:solid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0" y="0"/>
            <a:ext cx="54402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10" name="Google Shape;10;p2"/>
          <p:cNvSpPr/>
          <p:nvPr/>
        </p:nvSpPr>
        <p:spPr>
          <a:xfrm>
            <a:off x="5440200" y="555250"/>
            <a:ext cx="3703800" cy="45882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11" name="Google Shape;11;p2"/>
          <p:cNvSpPr/>
          <p:nvPr/>
        </p:nvSpPr>
        <p:spPr>
          <a:xfrm>
            <a:off x="636875" y="563400"/>
            <a:ext cx="4803000" cy="4588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12" name="Google Shape;12;p2"/>
          <p:cNvSpPr txBox="1">
            <a:spLocks noGrp="1"/>
          </p:cNvSpPr>
          <p:nvPr>
            <p:ph type="title"/>
          </p:nvPr>
        </p:nvSpPr>
        <p:spPr>
          <a:xfrm>
            <a:off x="876900" y="874250"/>
            <a:ext cx="4387500" cy="26325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75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7500"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7500"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7500"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7500"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7500"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7500"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7500"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7500">
                <a:latin typeface="Quantico"/>
                <a:ea typeface="Quantico"/>
                <a:cs typeface="Quantico"/>
                <a:sym typeface="Quantico"/>
              </a:defRPr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958450" y="4298625"/>
            <a:ext cx="2008500" cy="4527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 - Alt 2">
  <p:cSld name="BLANK_1_1_1_1_1_1_1_1_1_1_1">
    <p:bg>
      <p:bgPr>
        <a:solidFill>
          <a:schemeClr val="lt1"/>
        </a:solidFill>
        <a:effectLst/>
      </p:bgPr>
    </p:bg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>
            <a:spLocks noGrp="1"/>
          </p:cNvSpPr>
          <p:nvPr>
            <p:ph type="subTitle" idx="1"/>
          </p:nvPr>
        </p:nvSpPr>
        <p:spPr>
          <a:xfrm>
            <a:off x="411875" y="389750"/>
            <a:ext cx="2237100" cy="8169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subTitle" idx="2"/>
          </p:nvPr>
        </p:nvSpPr>
        <p:spPr>
          <a:xfrm>
            <a:off x="3469838" y="218278"/>
            <a:ext cx="5659800" cy="452700"/>
          </a:xfrm>
          <a:prstGeom prst="rect">
            <a:avLst/>
          </a:prstGeom>
        </p:spPr>
        <p:txBody>
          <a:bodyPr spcFirstLastPara="1" wrap="square" lIns="0" tIns="0" rIns="91425" bIns="0" anchor="ctr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3"/>
          </p:nvPr>
        </p:nvSpPr>
        <p:spPr>
          <a:xfrm>
            <a:off x="3469838" y="1064402"/>
            <a:ext cx="5659800" cy="452700"/>
          </a:xfrm>
          <a:prstGeom prst="rect">
            <a:avLst/>
          </a:prstGeom>
        </p:spPr>
        <p:txBody>
          <a:bodyPr spcFirstLastPara="1" wrap="square" lIns="0" tIns="0" rIns="91425" bIns="0" anchor="ctr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subTitle" idx="4"/>
          </p:nvPr>
        </p:nvSpPr>
        <p:spPr>
          <a:xfrm>
            <a:off x="3469838" y="1923965"/>
            <a:ext cx="5659800" cy="452700"/>
          </a:xfrm>
          <a:prstGeom prst="rect">
            <a:avLst/>
          </a:prstGeom>
        </p:spPr>
        <p:txBody>
          <a:bodyPr spcFirstLastPara="1" wrap="square" lIns="0" tIns="0" rIns="91425" bIns="0" anchor="ctr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subTitle" idx="5"/>
          </p:nvPr>
        </p:nvSpPr>
        <p:spPr>
          <a:xfrm>
            <a:off x="3469838" y="2810376"/>
            <a:ext cx="5659800" cy="452700"/>
          </a:xfrm>
          <a:prstGeom prst="rect">
            <a:avLst/>
          </a:prstGeom>
        </p:spPr>
        <p:txBody>
          <a:bodyPr spcFirstLastPara="1" wrap="square" lIns="0" tIns="0" rIns="91425" bIns="0" anchor="ctr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ubTitle" idx="6"/>
          </p:nvPr>
        </p:nvSpPr>
        <p:spPr>
          <a:xfrm>
            <a:off x="3469838" y="3646164"/>
            <a:ext cx="5659800" cy="452700"/>
          </a:xfrm>
          <a:prstGeom prst="rect">
            <a:avLst/>
          </a:prstGeom>
        </p:spPr>
        <p:txBody>
          <a:bodyPr spcFirstLastPara="1" wrap="square" lIns="0" tIns="0" rIns="91425" bIns="0" anchor="ctr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subTitle" idx="7"/>
          </p:nvPr>
        </p:nvSpPr>
        <p:spPr>
          <a:xfrm>
            <a:off x="3469838" y="4530963"/>
            <a:ext cx="5659800" cy="452700"/>
          </a:xfrm>
          <a:prstGeom prst="rect">
            <a:avLst/>
          </a:prstGeom>
        </p:spPr>
        <p:txBody>
          <a:bodyPr spcFirstLastPara="1" wrap="square" lIns="0" tIns="0" rIns="91425" bIns="0" anchor="ctr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- Alt 1">
  <p:cSld name="BLANK_1_1_1_1_1_1_1_1">
    <p:bg>
      <p:bgPr>
        <a:solidFill>
          <a:schemeClr val="accent2"/>
        </a:solidFill>
        <a:effectLst/>
      </p:bgPr>
    </p:bg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/>
          <p:nvPr/>
        </p:nvSpPr>
        <p:spPr>
          <a:xfrm>
            <a:off x="99900" y="99900"/>
            <a:ext cx="8944200" cy="4936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24" name="Google Shape;24;p4"/>
          <p:cNvSpPr/>
          <p:nvPr/>
        </p:nvSpPr>
        <p:spPr>
          <a:xfrm>
            <a:off x="252300" y="252300"/>
            <a:ext cx="8639400" cy="4631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25" name="Google Shape;25;p4"/>
          <p:cNvSpPr/>
          <p:nvPr/>
        </p:nvSpPr>
        <p:spPr>
          <a:xfrm>
            <a:off x="404700" y="404700"/>
            <a:ext cx="8334600" cy="43269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26" name="Google Shape;26;p4"/>
          <p:cNvSpPr/>
          <p:nvPr/>
        </p:nvSpPr>
        <p:spPr>
          <a:xfrm>
            <a:off x="557100" y="557100"/>
            <a:ext cx="8029800" cy="4022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27" name="Google Shape;27;p4"/>
          <p:cNvSpPr txBox="1">
            <a:spLocks noGrp="1"/>
          </p:cNvSpPr>
          <p:nvPr>
            <p:ph type="title"/>
          </p:nvPr>
        </p:nvSpPr>
        <p:spPr>
          <a:xfrm>
            <a:off x="941650" y="795275"/>
            <a:ext cx="2861400" cy="8166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title" idx="2"/>
          </p:nvPr>
        </p:nvSpPr>
        <p:spPr>
          <a:xfrm>
            <a:off x="4399600" y="835425"/>
            <a:ext cx="2703600" cy="7722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title" idx="3"/>
          </p:nvPr>
        </p:nvSpPr>
        <p:spPr>
          <a:xfrm>
            <a:off x="6496050" y="835425"/>
            <a:ext cx="2703600" cy="7722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title" idx="4"/>
          </p:nvPr>
        </p:nvSpPr>
        <p:spPr>
          <a:xfrm>
            <a:off x="4385600" y="2797575"/>
            <a:ext cx="2703600" cy="7722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>
            <a:endParaRPr/>
          </a:p>
        </p:txBody>
      </p:sp>
      <p:sp>
        <p:nvSpPr>
          <p:cNvPr id="31" name="Google Shape;31;p4"/>
          <p:cNvSpPr txBox="1">
            <a:spLocks noGrp="1"/>
          </p:cNvSpPr>
          <p:nvPr>
            <p:ph type="title" idx="5"/>
          </p:nvPr>
        </p:nvSpPr>
        <p:spPr>
          <a:xfrm>
            <a:off x="6496050" y="2797575"/>
            <a:ext cx="2703600" cy="7722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>
            <a:endParaRPr/>
          </a:p>
        </p:txBody>
      </p:sp>
      <p:sp>
        <p:nvSpPr>
          <p:cNvPr id="32" name="Google Shape;32;p4"/>
          <p:cNvSpPr txBox="1">
            <a:spLocks noGrp="1"/>
          </p:cNvSpPr>
          <p:nvPr>
            <p:ph type="title" idx="6"/>
          </p:nvPr>
        </p:nvSpPr>
        <p:spPr>
          <a:xfrm>
            <a:off x="4423700" y="1379550"/>
            <a:ext cx="1703700" cy="7722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33" name="Google Shape;33;p4"/>
          <p:cNvSpPr txBox="1">
            <a:spLocks noGrp="1"/>
          </p:cNvSpPr>
          <p:nvPr>
            <p:ph type="title" idx="7"/>
          </p:nvPr>
        </p:nvSpPr>
        <p:spPr>
          <a:xfrm>
            <a:off x="6562725" y="1379550"/>
            <a:ext cx="1703700" cy="7722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34" name="Google Shape;34;p4"/>
          <p:cNvSpPr txBox="1">
            <a:spLocks noGrp="1"/>
          </p:cNvSpPr>
          <p:nvPr>
            <p:ph type="title" idx="8"/>
          </p:nvPr>
        </p:nvSpPr>
        <p:spPr>
          <a:xfrm>
            <a:off x="4423700" y="3341700"/>
            <a:ext cx="1703700" cy="7722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35" name="Google Shape;35;p4"/>
          <p:cNvSpPr txBox="1">
            <a:spLocks noGrp="1"/>
          </p:cNvSpPr>
          <p:nvPr>
            <p:ph type="title" idx="9"/>
          </p:nvPr>
        </p:nvSpPr>
        <p:spPr>
          <a:xfrm>
            <a:off x="6562725" y="3341688"/>
            <a:ext cx="1703700" cy="7722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36" name="Google Shape;36;p4"/>
          <p:cNvSpPr txBox="1">
            <a:spLocks noGrp="1"/>
          </p:cNvSpPr>
          <p:nvPr>
            <p:ph type="title" idx="13"/>
          </p:nvPr>
        </p:nvSpPr>
        <p:spPr>
          <a:xfrm>
            <a:off x="966700" y="1417525"/>
            <a:ext cx="2072700" cy="17052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2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2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2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2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2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2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2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2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2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- Alt 2">
  <p:cSld name="BLANK_1_1_1_1_1_1_1_1_1_1_1_1_1_1_1_1_1_1_1_1">
    <p:bg>
      <p:bgPr>
        <a:solidFill>
          <a:schemeClr val="dk2"/>
        </a:solidFill>
        <a:effectLst/>
      </p:bgPr>
    </p:bg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5"/>
          <p:cNvSpPr/>
          <p:nvPr/>
        </p:nvSpPr>
        <p:spPr>
          <a:xfrm>
            <a:off x="5404500" y="-50"/>
            <a:ext cx="37395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39" name="Google Shape;39;p5"/>
          <p:cNvSpPr/>
          <p:nvPr/>
        </p:nvSpPr>
        <p:spPr>
          <a:xfrm>
            <a:off x="0" y="1499700"/>
            <a:ext cx="9144000" cy="3645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40" name="Google Shape;40;p5"/>
          <p:cNvSpPr/>
          <p:nvPr/>
        </p:nvSpPr>
        <p:spPr>
          <a:xfrm>
            <a:off x="5404500" y="1499700"/>
            <a:ext cx="3739500" cy="3645000"/>
          </a:xfrm>
          <a:prstGeom prst="snip1Rect">
            <a:avLst>
              <a:gd name="adj" fmla="val 16667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41" name="Google Shape;41;p5"/>
          <p:cNvSpPr txBox="1">
            <a:spLocks noGrp="1"/>
          </p:cNvSpPr>
          <p:nvPr>
            <p:ph type="subTitle" idx="1"/>
          </p:nvPr>
        </p:nvSpPr>
        <p:spPr>
          <a:xfrm>
            <a:off x="5792075" y="1776150"/>
            <a:ext cx="2799600" cy="30921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37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37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37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37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37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37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37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37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37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>
            <a:endParaRPr/>
          </a:p>
        </p:txBody>
      </p:sp>
      <p:sp>
        <p:nvSpPr>
          <p:cNvPr id="42" name="Google Shape;42;p5"/>
          <p:cNvSpPr>
            <a:spLocks noGrp="1"/>
          </p:cNvSpPr>
          <p:nvPr>
            <p:ph type="pic" idx="2"/>
          </p:nvPr>
        </p:nvSpPr>
        <p:spPr>
          <a:xfrm>
            <a:off x="1801500" y="1497750"/>
            <a:ext cx="1801500" cy="1822500"/>
          </a:xfrm>
          <a:prstGeom prst="snip1Rect">
            <a:avLst>
              <a:gd name="adj" fmla="val 17337"/>
            </a:avLst>
          </a:prstGeom>
          <a:noFill/>
          <a:ln>
            <a:noFill/>
          </a:ln>
        </p:spPr>
      </p:sp>
      <p:sp>
        <p:nvSpPr>
          <p:cNvPr id="43" name="Google Shape;43;p5"/>
          <p:cNvSpPr>
            <a:spLocks noGrp="1"/>
          </p:cNvSpPr>
          <p:nvPr>
            <p:ph type="pic" idx="3"/>
          </p:nvPr>
        </p:nvSpPr>
        <p:spPr>
          <a:xfrm>
            <a:off x="1801500" y="3320250"/>
            <a:ext cx="1801500" cy="1822500"/>
          </a:xfrm>
          <a:prstGeom prst="snip1Rect">
            <a:avLst>
              <a:gd name="adj" fmla="val 17337"/>
            </a:avLst>
          </a:prstGeom>
          <a:noFill/>
          <a:ln>
            <a:noFill/>
          </a:ln>
        </p:spPr>
      </p:sp>
      <p:sp>
        <p:nvSpPr>
          <p:cNvPr id="44" name="Google Shape;44;p5"/>
          <p:cNvSpPr>
            <a:spLocks noGrp="1"/>
          </p:cNvSpPr>
          <p:nvPr>
            <p:ph type="pic" idx="4"/>
          </p:nvPr>
        </p:nvSpPr>
        <p:spPr>
          <a:xfrm>
            <a:off x="0" y="1497750"/>
            <a:ext cx="1801500" cy="1822500"/>
          </a:xfrm>
          <a:prstGeom prst="snip1Rect">
            <a:avLst>
              <a:gd name="adj" fmla="val 17337"/>
            </a:avLst>
          </a:prstGeom>
          <a:noFill/>
          <a:ln>
            <a:noFill/>
          </a:ln>
        </p:spPr>
      </p:sp>
      <p:sp>
        <p:nvSpPr>
          <p:cNvPr id="45" name="Google Shape;45;p5"/>
          <p:cNvSpPr>
            <a:spLocks noGrp="1"/>
          </p:cNvSpPr>
          <p:nvPr>
            <p:ph type="pic" idx="5"/>
          </p:nvPr>
        </p:nvSpPr>
        <p:spPr>
          <a:xfrm>
            <a:off x="0" y="3320250"/>
            <a:ext cx="1801500" cy="1822500"/>
          </a:xfrm>
          <a:prstGeom prst="snip1Rect">
            <a:avLst>
              <a:gd name="adj" fmla="val 17337"/>
            </a:avLst>
          </a:prstGeom>
          <a:noFill/>
          <a:ln>
            <a:noFill/>
          </a:ln>
        </p:spPr>
      </p:sp>
      <p:sp>
        <p:nvSpPr>
          <p:cNvPr id="46" name="Google Shape;46;p5"/>
          <p:cNvSpPr>
            <a:spLocks noGrp="1"/>
          </p:cNvSpPr>
          <p:nvPr>
            <p:ph type="pic" idx="6"/>
          </p:nvPr>
        </p:nvSpPr>
        <p:spPr>
          <a:xfrm>
            <a:off x="3603000" y="1497750"/>
            <a:ext cx="1801500" cy="1822500"/>
          </a:xfrm>
          <a:prstGeom prst="snip1Rect">
            <a:avLst>
              <a:gd name="adj" fmla="val 17337"/>
            </a:avLst>
          </a:prstGeom>
          <a:noFill/>
          <a:ln>
            <a:noFill/>
          </a:ln>
        </p:spPr>
      </p:sp>
      <p:sp>
        <p:nvSpPr>
          <p:cNvPr id="47" name="Google Shape;47;p5"/>
          <p:cNvSpPr>
            <a:spLocks noGrp="1"/>
          </p:cNvSpPr>
          <p:nvPr>
            <p:ph type="pic" idx="7"/>
          </p:nvPr>
        </p:nvSpPr>
        <p:spPr>
          <a:xfrm>
            <a:off x="3603000" y="3320250"/>
            <a:ext cx="1801500" cy="1822500"/>
          </a:xfrm>
          <a:prstGeom prst="snip1Rect">
            <a:avLst>
              <a:gd name="adj" fmla="val 17337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- Alt 3">
  <p:cSld name="BLANK_1_1_1_1_1_1_1_1_1_1_1_1">
    <p:bg>
      <p:bgPr>
        <a:solidFill>
          <a:schemeClr val="lt1"/>
        </a:solidFill>
        <a:effectLst/>
      </p:bgPr>
    </p:bg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6"/>
          <p:cNvSpPr/>
          <p:nvPr/>
        </p:nvSpPr>
        <p:spPr>
          <a:xfrm>
            <a:off x="5404500" y="-50"/>
            <a:ext cx="37395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50" name="Google Shape;50;p6"/>
          <p:cNvSpPr/>
          <p:nvPr/>
        </p:nvSpPr>
        <p:spPr>
          <a:xfrm>
            <a:off x="0" y="1499700"/>
            <a:ext cx="9144000" cy="3645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51" name="Google Shape;51;p6"/>
          <p:cNvSpPr/>
          <p:nvPr/>
        </p:nvSpPr>
        <p:spPr>
          <a:xfrm>
            <a:off x="5404500" y="1499700"/>
            <a:ext cx="3739500" cy="3645000"/>
          </a:xfrm>
          <a:prstGeom prst="snip1Rect">
            <a:avLst>
              <a:gd name="adj" fmla="val 16667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52" name="Google Shape;52;p6"/>
          <p:cNvSpPr txBox="1">
            <a:spLocks noGrp="1"/>
          </p:cNvSpPr>
          <p:nvPr>
            <p:ph type="title"/>
          </p:nvPr>
        </p:nvSpPr>
        <p:spPr>
          <a:xfrm>
            <a:off x="5821575" y="1709925"/>
            <a:ext cx="2882700" cy="6279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Lato"/>
              <a:buNone/>
              <a:defRPr sz="2400" b="1"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1800"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1800"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1800"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1800"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1800"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1800"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1800"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1800">
                <a:latin typeface="Quantico"/>
                <a:ea typeface="Quantico"/>
                <a:cs typeface="Quantico"/>
                <a:sym typeface="Quantico"/>
              </a:defRPr>
            </a:lvl9pPr>
          </a:lstStyle>
          <a:p>
            <a:endParaRPr/>
          </a:p>
        </p:txBody>
      </p:sp>
      <p:sp>
        <p:nvSpPr>
          <p:cNvPr id="53" name="Google Shape;53;p6"/>
          <p:cNvSpPr txBox="1">
            <a:spLocks noGrp="1"/>
          </p:cNvSpPr>
          <p:nvPr>
            <p:ph type="title" idx="2"/>
          </p:nvPr>
        </p:nvSpPr>
        <p:spPr>
          <a:xfrm>
            <a:off x="516600" y="486575"/>
            <a:ext cx="3823500" cy="6780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None/>
              <a:defRPr sz="2400">
                <a:solidFill>
                  <a:schemeClr val="accent6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>
            <a:endParaRPr/>
          </a:p>
        </p:txBody>
      </p:sp>
      <p:sp>
        <p:nvSpPr>
          <p:cNvPr id="54" name="Google Shape;54;p6"/>
          <p:cNvSpPr txBox="1">
            <a:spLocks noGrp="1"/>
          </p:cNvSpPr>
          <p:nvPr>
            <p:ph type="subTitle" idx="1"/>
          </p:nvPr>
        </p:nvSpPr>
        <p:spPr>
          <a:xfrm>
            <a:off x="5821575" y="2476500"/>
            <a:ext cx="2019900" cy="4557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5" name="Google Shape;55;p6"/>
          <p:cNvSpPr txBox="1">
            <a:spLocks noGrp="1"/>
          </p:cNvSpPr>
          <p:nvPr>
            <p:ph type="title" idx="3"/>
          </p:nvPr>
        </p:nvSpPr>
        <p:spPr>
          <a:xfrm>
            <a:off x="5810125" y="3070875"/>
            <a:ext cx="2388600" cy="5295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antico"/>
              <a:buNone/>
              <a:defRPr sz="14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>
                <a:latin typeface="Quantico"/>
                <a:ea typeface="Quantico"/>
                <a:cs typeface="Quantico"/>
                <a:sym typeface="Quantico"/>
              </a:defRPr>
            </a:lvl9pPr>
          </a:lstStyle>
          <a:p>
            <a:endParaRPr/>
          </a:p>
        </p:txBody>
      </p:sp>
      <p:sp>
        <p:nvSpPr>
          <p:cNvPr id="56" name="Google Shape;56;p6"/>
          <p:cNvSpPr txBox="1">
            <a:spLocks noGrp="1"/>
          </p:cNvSpPr>
          <p:nvPr>
            <p:ph type="subTitle" idx="4"/>
          </p:nvPr>
        </p:nvSpPr>
        <p:spPr>
          <a:xfrm>
            <a:off x="5821575" y="3426050"/>
            <a:ext cx="2650500" cy="8982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7" name="Google Shape;57;p6"/>
          <p:cNvSpPr>
            <a:spLocks noGrp="1"/>
          </p:cNvSpPr>
          <p:nvPr>
            <p:ph type="pic" idx="5"/>
          </p:nvPr>
        </p:nvSpPr>
        <p:spPr>
          <a:xfrm>
            <a:off x="0" y="1502400"/>
            <a:ext cx="5404500" cy="3639600"/>
          </a:xfrm>
          <a:prstGeom prst="snip1Rect">
            <a:avLst>
              <a:gd name="adj" fmla="val 16026"/>
            </a:avLst>
          </a:prstGeom>
          <a:noFill/>
          <a:ln>
            <a:noFill/>
          </a:ln>
        </p:spPr>
      </p:sp>
      <p:sp>
        <p:nvSpPr>
          <p:cNvPr id="58" name="Google Shape;58;p6"/>
          <p:cNvSpPr txBox="1">
            <a:spLocks noGrp="1"/>
          </p:cNvSpPr>
          <p:nvPr>
            <p:ph type="subTitle" idx="6"/>
          </p:nvPr>
        </p:nvSpPr>
        <p:spPr>
          <a:xfrm>
            <a:off x="5794900" y="4333425"/>
            <a:ext cx="2718300" cy="3540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antico"/>
              <a:buNone/>
              <a:defRPr sz="14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9" name="Google Shape;59;p6"/>
          <p:cNvSpPr txBox="1">
            <a:spLocks noGrp="1"/>
          </p:cNvSpPr>
          <p:nvPr>
            <p:ph type="subTitle" idx="7"/>
          </p:nvPr>
        </p:nvSpPr>
        <p:spPr>
          <a:xfrm>
            <a:off x="5821575" y="4501450"/>
            <a:ext cx="2650500" cy="8982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- Alt 5 ">
  <p:cSld name="BLANK_1_1_1_1_1_1_1">
    <p:bg>
      <p:bgPr>
        <a:solidFill>
          <a:schemeClr val="accent5"/>
        </a:solidFill>
        <a:effectLst/>
      </p:bgPr>
    </p:bg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7"/>
          <p:cNvSpPr/>
          <p:nvPr/>
        </p:nvSpPr>
        <p:spPr>
          <a:xfrm>
            <a:off x="731650" y="619550"/>
            <a:ext cx="8412300" cy="4525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62" name="Google Shape;62;p7"/>
          <p:cNvSpPr txBox="1">
            <a:spLocks noGrp="1"/>
          </p:cNvSpPr>
          <p:nvPr>
            <p:ph type="title"/>
          </p:nvPr>
        </p:nvSpPr>
        <p:spPr>
          <a:xfrm>
            <a:off x="920550" y="904500"/>
            <a:ext cx="7226700" cy="9087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7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700"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700"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700"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700"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700"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700"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700"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700">
                <a:latin typeface="Quantico"/>
                <a:ea typeface="Quantico"/>
                <a:cs typeface="Quantico"/>
                <a:sym typeface="Quantico"/>
              </a:defRPr>
            </a:lvl9pPr>
          </a:lstStyle>
          <a:p>
            <a:endParaRPr/>
          </a:p>
        </p:txBody>
      </p:sp>
      <p:sp>
        <p:nvSpPr>
          <p:cNvPr id="63" name="Google Shape;63;p7"/>
          <p:cNvSpPr txBox="1">
            <a:spLocks noGrp="1"/>
          </p:cNvSpPr>
          <p:nvPr>
            <p:ph type="title" idx="2"/>
          </p:nvPr>
        </p:nvSpPr>
        <p:spPr>
          <a:xfrm>
            <a:off x="920550" y="1881950"/>
            <a:ext cx="5228400" cy="19440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  <a:defRPr sz="1600"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  <a:defRPr sz="1600"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  <a:defRPr sz="1600"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  <a:defRPr sz="1600"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  <a:defRPr sz="1600"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  <a:defRPr sz="1600"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  <a:defRPr sz="1600"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  <a:defRPr sz="1600"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  <a:defRPr sz="1600"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64" name="Google Shape;64;p7"/>
          <p:cNvSpPr txBox="1">
            <a:spLocks noGrp="1"/>
          </p:cNvSpPr>
          <p:nvPr>
            <p:ph type="subTitle" idx="1"/>
          </p:nvPr>
        </p:nvSpPr>
        <p:spPr>
          <a:xfrm>
            <a:off x="920550" y="4518700"/>
            <a:ext cx="1817400" cy="4527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900">
                <a:solidFill>
                  <a:schemeClr val="dk1"/>
                </a:solidFill>
              </a:defRPr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900">
                <a:solidFill>
                  <a:schemeClr val="dk1"/>
                </a:solidFill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900">
                <a:solidFill>
                  <a:schemeClr val="dk1"/>
                </a:solidFill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900">
                <a:solidFill>
                  <a:schemeClr val="dk1"/>
                </a:solidFill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900">
                <a:solidFill>
                  <a:schemeClr val="dk1"/>
                </a:solidFill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900">
                <a:solidFill>
                  <a:schemeClr val="dk1"/>
                </a:solidFill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900">
                <a:solidFill>
                  <a:schemeClr val="dk1"/>
                </a:solidFill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900">
                <a:solidFill>
                  <a:schemeClr val="dk1"/>
                </a:solidFill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Font typeface="Lato"/>
              <a:buNone/>
              <a:defRPr sz="9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- Alt 6">
  <p:cSld name="BLANK_1_1_1_1_1_1_2">
    <p:bg>
      <p:bgPr>
        <a:solidFill>
          <a:schemeClr val="accent2"/>
        </a:solidFill>
        <a:effectLst/>
      </p:bgPr>
    </p:bg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8"/>
          <p:cNvSpPr/>
          <p:nvPr/>
        </p:nvSpPr>
        <p:spPr>
          <a:xfrm>
            <a:off x="99900" y="99900"/>
            <a:ext cx="8944200" cy="4936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67" name="Google Shape;67;p8"/>
          <p:cNvSpPr/>
          <p:nvPr/>
        </p:nvSpPr>
        <p:spPr>
          <a:xfrm>
            <a:off x="252300" y="252300"/>
            <a:ext cx="8639400" cy="4631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68" name="Google Shape;68;p8"/>
          <p:cNvSpPr/>
          <p:nvPr/>
        </p:nvSpPr>
        <p:spPr>
          <a:xfrm>
            <a:off x="404700" y="404700"/>
            <a:ext cx="8334600" cy="43269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69" name="Google Shape;69;p8"/>
          <p:cNvSpPr/>
          <p:nvPr/>
        </p:nvSpPr>
        <p:spPr>
          <a:xfrm>
            <a:off x="557100" y="560700"/>
            <a:ext cx="8029800" cy="4022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70" name="Google Shape;70;p8"/>
          <p:cNvSpPr txBox="1">
            <a:spLocks noGrp="1"/>
          </p:cNvSpPr>
          <p:nvPr>
            <p:ph type="title"/>
          </p:nvPr>
        </p:nvSpPr>
        <p:spPr>
          <a:xfrm>
            <a:off x="910650" y="1462775"/>
            <a:ext cx="7349400" cy="25134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800"/>
              <a:buNone/>
              <a:defRPr sz="4800">
                <a:solidFill>
                  <a:schemeClr val="accent6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1200" u="sng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1200" u="sng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1200" u="sng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1200" u="sng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1200" u="sng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1200" u="sng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1200" u="sng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1200" u="sng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>
            <a:endParaRPr/>
          </a:p>
        </p:txBody>
      </p:sp>
      <p:sp>
        <p:nvSpPr>
          <p:cNvPr id="71" name="Google Shape;71;p8"/>
          <p:cNvSpPr txBox="1">
            <a:spLocks noGrp="1"/>
          </p:cNvSpPr>
          <p:nvPr>
            <p:ph type="subTitle" idx="1"/>
          </p:nvPr>
        </p:nvSpPr>
        <p:spPr>
          <a:xfrm>
            <a:off x="948750" y="4188925"/>
            <a:ext cx="1817400" cy="4527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 sz="900">
                <a:solidFill>
                  <a:schemeClr val="accent6"/>
                </a:solidFill>
              </a:defRPr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 sz="900">
                <a:solidFill>
                  <a:schemeClr val="accent6"/>
                </a:solidFill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 sz="900">
                <a:solidFill>
                  <a:schemeClr val="accent6"/>
                </a:solidFill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 sz="900">
                <a:solidFill>
                  <a:schemeClr val="accent6"/>
                </a:solidFill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 sz="900">
                <a:solidFill>
                  <a:schemeClr val="accent6"/>
                </a:solidFill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 sz="900">
                <a:solidFill>
                  <a:schemeClr val="accent6"/>
                </a:solidFill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 sz="900">
                <a:solidFill>
                  <a:schemeClr val="accent6"/>
                </a:solidFill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 sz="900">
                <a:solidFill>
                  <a:schemeClr val="accent6"/>
                </a:solidFill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Font typeface="Lato"/>
              <a:buNone/>
              <a:defRPr sz="900">
                <a:solidFill>
                  <a:schemeClr val="accent6"/>
                </a:solidFill>
              </a:defRPr>
            </a:lvl9pPr>
          </a:lstStyle>
          <a:p>
            <a:endParaRPr/>
          </a:p>
        </p:txBody>
      </p:sp>
      <p:sp>
        <p:nvSpPr>
          <p:cNvPr id="72" name="Google Shape;72;p8"/>
          <p:cNvSpPr txBox="1">
            <a:spLocks noGrp="1"/>
          </p:cNvSpPr>
          <p:nvPr>
            <p:ph type="title" idx="2"/>
          </p:nvPr>
        </p:nvSpPr>
        <p:spPr>
          <a:xfrm>
            <a:off x="948750" y="930950"/>
            <a:ext cx="7311300" cy="3156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400"/>
              <a:buNone/>
              <a:defRPr sz="24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5200" b="1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5200" b="1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5200" b="1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5200" b="1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5200" b="1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5200" b="1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5200" b="1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5200" b="1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- Alt 7 ">
  <p:cSld name="CUSTOM_11">
    <p:bg>
      <p:bgPr>
        <a:solidFill>
          <a:schemeClr val="lt2"/>
        </a:solidFill>
        <a:effectLst/>
      </p:bgPr>
    </p:bg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9"/>
          <p:cNvSpPr/>
          <p:nvPr/>
        </p:nvSpPr>
        <p:spPr>
          <a:xfrm>
            <a:off x="5444100" y="2728350"/>
            <a:ext cx="2952300" cy="2033400"/>
          </a:xfrm>
          <a:prstGeom prst="snip1Rect">
            <a:avLst>
              <a:gd name="adj" fmla="val 13900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 </a:t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75" name="Google Shape;75;p9"/>
          <p:cNvSpPr/>
          <p:nvPr/>
        </p:nvSpPr>
        <p:spPr>
          <a:xfrm>
            <a:off x="0" y="0"/>
            <a:ext cx="9144000" cy="4236000"/>
          </a:xfrm>
          <a:prstGeom prst="snip1Rect">
            <a:avLst>
              <a:gd name="adj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76" name="Google Shape;76;p9"/>
          <p:cNvSpPr/>
          <p:nvPr/>
        </p:nvSpPr>
        <p:spPr>
          <a:xfrm>
            <a:off x="5448300" y="694950"/>
            <a:ext cx="2952300" cy="2033400"/>
          </a:xfrm>
          <a:prstGeom prst="snip1Rect">
            <a:avLst>
              <a:gd name="adj" fmla="val 1390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 </a:t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77" name="Google Shape;77;p9"/>
          <p:cNvSpPr/>
          <p:nvPr/>
        </p:nvSpPr>
        <p:spPr>
          <a:xfrm>
            <a:off x="5438163" y="4761750"/>
            <a:ext cx="2964175" cy="388625"/>
          </a:xfrm>
          <a:custGeom>
            <a:avLst/>
            <a:gdLst/>
            <a:ahLst/>
            <a:cxnLst/>
            <a:rect l="l" t="t" r="r" b="b"/>
            <a:pathLst>
              <a:path w="118567" h="15545" extrusionOk="0">
                <a:moveTo>
                  <a:pt x="0" y="15545"/>
                </a:moveTo>
                <a:lnTo>
                  <a:pt x="118567" y="15545"/>
                </a:lnTo>
                <a:lnTo>
                  <a:pt x="103022" y="0"/>
                </a:lnTo>
                <a:lnTo>
                  <a:pt x="305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8" name="Google Shape;78;p9"/>
          <p:cNvSpPr/>
          <p:nvPr/>
        </p:nvSpPr>
        <p:spPr>
          <a:xfrm>
            <a:off x="5437625" y="-10675"/>
            <a:ext cx="2971800" cy="708675"/>
          </a:xfrm>
          <a:custGeom>
            <a:avLst/>
            <a:gdLst/>
            <a:ahLst/>
            <a:cxnLst/>
            <a:rect l="l" t="t" r="r" b="b"/>
            <a:pathLst>
              <a:path w="118872" h="28347" extrusionOk="0">
                <a:moveTo>
                  <a:pt x="0" y="0"/>
                </a:moveTo>
                <a:lnTo>
                  <a:pt x="0" y="28347"/>
                </a:lnTo>
                <a:lnTo>
                  <a:pt x="118872" y="28347"/>
                </a:lnTo>
                <a:lnTo>
                  <a:pt x="118872" y="305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</p:sp>
      <p:sp>
        <p:nvSpPr>
          <p:cNvPr id="79" name="Google Shape;79;p9"/>
          <p:cNvSpPr txBox="1">
            <a:spLocks noGrp="1"/>
          </p:cNvSpPr>
          <p:nvPr>
            <p:ph type="title"/>
          </p:nvPr>
        </p:nvSpPr>
        <p:spPr>
          <a:xfrm>
            <a:off x="931675" y="907075"/>
            <a:ext cx="4005900" cy="7086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000"/>
              <a:buNone/>
              <a:defRPr sz="37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000"/>
              <a:buNone/>
              <a:defRPr sz="3700">
                <a:solidFill>
                  <a:schemeClr val="accent5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000"/>
              <a:buNone/>
              <a:defRPr sz="3700">
                <a:solidFill>
                  <a:schemeClr val="accent5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000"/>
              <a:buNone/>
              <a:defRPr sz="3700">
                <a:solidFill>
                  <a:schemeClr val="accent5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000"/>
              <a:buNone/>
              <a:defRPr sz="3700">
                <a:solidFill>
                  <a:schemeClr val="accent5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000"/>
              <a:buNone/>
              <a:defRPr sz="3700">
                <a:solidFill>
                  <a:schemeClr val="accent5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000"/>
              <a:buNone/>
              <a:defRPr sz="3700">
                <a:solidFill>
                  <a:schemeClr val="accent5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000"/>
              <a:buNone/>
              <a:defRPr sz="3700">
                <a:solidFill>
                  <a:schemeClr val="accent5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000"/>
              <a:buNone/>
              <a:defRPr sz="3700">
                <a:solidFill>
                  <a:schemeClr val="accent5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>
            <a:endParaRPr/>
          </a:p>
        </p:txBody>
      </p:sp>
      <p:sp>
        <p:nvSpPr>
          <p:cNvPr id="80" name="Google Shape;80;p9"/>
          <p:cNvSpPr txBox="1">
            <a:spLocks noGrp="1"/>
          </p:cNvSpPr>
          <p:nvPr>
            <p:ph type="title" idx="2"/>
          </p:nvPr>
        </p:nvSpPr>
        <p:spPr>
          <a:xfrm>
            <a:off x="931675" y="1712050"/>
            <a:ext cx="4005900" cy="17058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Lato"/>
              <a:buNone/>
              <a:defRPr sz="1600">
                <a:solidFill>
                  <a:schemeClr val="accent5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Lato"/>
              <a:buNone/>
              <a:defRPr sz="1600">
                <a:solidFill>
                  <a:schemeClr val="accent5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Lato"/>
              <a:buNone/>
              <a:defRPr sz="1600">
                <a:solidFill>
                  <a:schemeClr val="accent5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Lato"/>
              <a:buNone/>
              <a:defRPr sz="1600">
                <a:solidFill>
                  <a:schemeClr val="accent5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Lato"/>
              <a:buNone/>
              <a:defRPr sz="1600">
                <a:solidFill>
                  <a:schemeClr val="accent5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Lato"/>
              <a:buNone/>
              <a:defRPr sz="1600">
                <a:solidFill>
                  <a:schemeClr val="accent5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Lato"/>
              <a:buNone/>
              <a:defRPr sz="1600">
                <a:solidFill>
                  <a:schemeClr val="accent5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Lato"/>
              <a:buNone/>
              <a:defRPr sz="1600">
                <a:solidFill>
                  <a:schemeClr val="accent5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Lato"/>
              <a:buNone/>
              <a:defRPr sz="1600">
                <a:solidFill>
                  <a:schemeClr val="accent5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- Alt 8 ">
  <p:cSld name="CUSTOM_12">
    <p:bg>
      <p:bgPr>
        <a:solidFill>
          <a:schemeClr val="accent5"/>
        </a:solidFill>
        <a:effectLst/>
      </p:bgPr>
    </p:bg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0"/>
          <p:cNvSpPr/>
          <p:nvPr/>
        </p:nvSpPr>
        <p:spPr>
          <a:xfrm>
            <a:off x="0" y="0"/>
            <a:ext cx="9144000" cy="4236000"/>
          </a:xfrm>
          <a:prstGeom prst="snip1Rect">
            <a:avLst>
              <a:gd name="adj" fmla="val 0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83" name="Google Shape;83;p10"/>
          <p:cNvSpPr/>
          <p:nvPr/>
        </p:nvSpPr>
        <p:spPr>
          <a:xfrm>
            <a:off x="5596500" y="2731400"/>
            <a:ext cx="2952300" cy="2033400"/>
          </a:xfrm>
          <a:prstGeom prst="snip1Rect">
            <a:avLst>
              <a:gd name="adj" fmla="val 13900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 </a:t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84" name="Google Shape;84;p10"/>
          <p:cNvSpPr/>
          <p:nvPr/>
        </p:nvSpPr>
        <p:spPr>
          <a:xfrm>
            <a:off x="5587725" y="698000"/>
            <a:ext cx="2952300" cy="2033400"/>
          </a:xfrm>
          <a:prstGeom prst="snip1Rect">
            <a:avLst>
              <a:gd name="adj" fmla="val 13900"/>
            </a:avLst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 </a:t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85" name="Google Shape;85;p10"/>
          <p:cNvSpPr txBox="1">
            <a:spLocks noGrp="1"/>
          </p:cNvSpPr>
          <p:nvPr>
            <p:ph type="title"/>
          </p:nvPr>
        </p:nvSpPr>
        <p:spPr>
          <a:xfrm>
            <a:off x="901475" y="907075"/>
            <a:ext cx="4695000" cy="8625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7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700"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700"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700"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700"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700"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700"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700"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700">
                <a:latin typeface="Quantico"/>
                <a:ea typeface="Quantico"/>
                <a:cs typeface="Quantico"/>
                <a:sym typeface="Quantico"/>
              </a:defRPr>
            </a:lvl9pPr>
          </a:lstStyle>
          <a:p>
            <a:endParaRPr/>
          </a:p>
        </p:txBody>
      </p:sp>
      <p:sp>
        <p:nvSpPr>
          <p:cNvPr id="86" name="Google Shape;86;p10"/>
          <p:cNvSpPr txBox="1">
            <a:spLocks noGrp="1"/>
          </p:cNvSpPr>
          <p:nvPr>
            <p:ph type="title" idx="2"/>
          </p:nvPr>
        </p:nvSpPr>
        <p:spPr>
          <a:xfrm>
            <a:off x="930907" y="1836900"/>
            <a:ext cx="4005900" cy="18795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  <a:defRPr sz="1600"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  <a:defRPr sz="1600"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  <a:defRPr sz="1600"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  <a:defRPr sz="1600"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  <a:defRPr sz="1600"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  <a:defRPr sz="1600"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  <a:defRPr sz="1600"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  <a:defRPr sz="1600"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  <a:defRPr sz="1600"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87" name="Google Shape;87;p10"/>
          <p:cNvSpPr/>
          <p:nvPr/>
        </p:nvSpPr>
        <p:spPr>
          <a:xfrm>
            <a:off x="5586750" y="-10675"/>
            <a:ext cx="2971800" cy="708675"/>
          </a:xfrm>
          <a:custGeom>
            <a:avLst/>
            <a:gdLst/>
            <a:ahLst/>
            <a:cxnLst/>
            <a:rect l="l" t="t" r="r" b="b"/>
            <a:pathLst>
              <a:path w="118872" h="28347" extrusionOk="0">
                <a:moveTo>
                  <a:pt x="0" y="0"/>
                </a:moveTo>
                <a:lnTo>
                  <a:pt x="0" y="28347"/>
                </a:lnTo>
                <a:lnTo>
                  <a:pt x="118872" y="28347"/>
                </a:lnTo>
                <a:lnTo>
                  <a:pt x="118872" y="305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</p:sp>
      <p:sp>
        <p:nvSpPr>
          <p:cNvPr id="88" name="Google Shape;88;p10"/>
          <p:cNvSpPr/>
          <p:nvPr/>
        </p:nvSpPr>
        <p:spPr>
          <a:xfrm>
            <a:off x="5590563" y="4762500"/>
            <a:ext cx="2964175" cy="388625"/>
          </a:xfrm>
          <a:custGeom>
            <a:avLst/>
            <a:gdLst/>
            <a:ahLst/>
            <a:cxnLst/>
            <a:rect l="l" t="t" r="r" b="b"/>
            <a:pathLst>
              <a:path w="118567" h="15545" extrusionOk="0">
                <a:moveTo>
                  <a:pt x="0" y="15545"/>
                </a:moveTo>
                <a:lnTo>
                  <a:pt x="118567" y="15545"/>
                </a:lnTo>
                <a:lnTo>
                  <a:pt x="103022" y="0"/>
                </a:lnTo>
                <a:lnTo>
                  <a:pt x="305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Storyboards">
  <p:cSld name="BLANK_1_1_1_1_1_1_1_1_1_1_1_1_1_1_1_1_1">
    <p:bg>
      <p:bgPr>
        <a:solidFill>
          <a:schemeClr val="accent5"/>
        </a:solidFill>
        <a:effectLst/>
      </p:bgPr>
    </p:bg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1"/>
          <p:cNvSpPr/>
          <p:nvPr/>
        </p:nvSpPr>
        <p:spPr>
          <a:xfrm>
            <a:off x="696050" y="619550"/>
            <a:ext cx="8448000" cy="4525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91" name="Google Shape;91;p11"/>
          <p:cNvSpPr/>
          <p:nvPr/>
        </p:nvSpPr>
        <p:spPr>
          <a:xfrm>
            <a:off x="4930700" y="619550"/>
            <a:ext cx="4213200" cy="4525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92" name="Google Shape;92;p11"/>
          <p:cNvSpPr>
            <a:spLocks noGrp="1"/>
          </p:cNvSpPr>
          <p:nvPr>
            <p:ph type="pic" idx="2"/>
          </p:nvPr>
        </p:nvSpPr>
        <p:spPr>
          <a:xfrm flipH="1">
            <a:off x="4930693" y="619550"/>
            <a:ext cx="2100300" cy="1513500"/>
          </a:xfrm>
          <a:prstGeom prst="snip1Rect">
            <a:avLst>
              <a:gd name="adj" fmla="val 0"/>
            </a:avLst>
          </a:prstGeom>
          <a:noFill/>
          <a:ln>
            <a:noFill/>
          </a:ln>
        </p:spPr>
      </p:sp>
      <p:sp>
        <p:nvSpPr>
          <p:cNvPr id="93" name="Google Shape;93;p11"/>
          <p:cNvSpPr txBox="1">
            <a:spLocks noGrp="1"/>
          </p:cNvSpPr>
          <p:nvPr>
            <p:ph type="title"/>
          </p:nvPr>
        </p:nvSpPr>
        <p:spPr>
          <a:xfrm>
            <a:off x="929475" y="914400"/>
            <a:ext cx="3633000" cy="10773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5500"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5500"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5500"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5500"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5500"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5500"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5500"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5500">
                <a:latin typeface="Quantico"/>
                <a:ea typeface="Quantico"/>
                <a:cs typeface="Quantico"/>
                <a:sym typeface="Quantico"/>
              </a:defRPr>
            </a:lvl9pPr>
          </a:lstStyle>
          <a:p>
            <a:endParaRPr/>
          </a:p>
        </p:txBody>
      </p:sp>
      <p:sp>
        <p:nvSpPr>
          <p:cNvPr id="94" name="Google Shape;94;p11"/>
          <p:cNvSpPr>
            <a:spLocks noGrp="1"/>
          </p:cNvSpPr>
          <p:nvPr>
            <p:ph type="pic" idx="3"/>
          </p:nvPr>
        </p:nvSpPr>
        <p:spPr>
          <a:xfrm flipH="1">
            <a:off x="696043" y="2125400"/>
            <a:ext cx="2129100" cy="1513500"/>
          </a:xfrm>
          <a:prstGeom prst="snip1Rect">
            <a:avLst>
              <a:gd name="adj" fmla="val 0"/>
            </a:avLst>
          </a:prstGeom>
          <a:noFill/>
          <a:ln>
            <a:noFill/>
          </a:ln>
        </p:spPr>
      </p:sp>
      <p:sp>
        <p:nvSpPr>
          <p:cNvPr id="95" name="Google Shape;95;p11"/>
          <p:cNvSpPr>
            <a:spLocks noGrp="1"/>
          </p:cNvSpPr>
          <p:nvPr>
            <p:ph type="pic" idx="4"/>
          </p:nvPr>
        </p:nvSpPr>
        <p:spPr>
          <a:xfrm flipH="1">
            <a:off x="4930693" y="3635300"/>
            <a:ext cx="2100300" cy="1513500"/>
          </a:xfrm>
          <a:prstGeom prst="snip1Rect">
            <a:avLst>
              <a:gd name="adj" fmla="val 0"/>
            </a:avLst>
          </a:prstGeom>
          <a:noFill/>
          <a:ln>
            <a:noFill/>
          </a:ln>
        </p:spPr>
      </p:sp>
      <p:sp>
        <p:nvSpPr>
          <p:cNvPr id="96" name="Google Shape;96;p11"/>
          <p:cNvSpPr txBox="1">
            <a:spLocks noGrp="1"/>
          </p:cNvSpPr>
          <p:nvPr>
            <p:ph type="title" idx="5"/>
          </p:nvPr>
        </p:nvSpPr>
        <p:spPr>
          <a:xfrm>
            <a:off x="7243093" y="851546"/>
            <a:ext cx="1696500" cy="2694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 b="1"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 b="1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 b="1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 b="1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 b="1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 b="1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 b="1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 b="1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 b="1"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97" name="Google Shape;97;p11"/>
          <p:cNvSpPr txBox="1">
            <a:spLocks noGrp="1"/>
          </p:cNvSpPr>
          <p:nvPr>
            <p:ph type="title" idx="6"/>
          </p:nvPr>
        </p:nvSpPr>
        <p:spPr>
          <a:xfrm>
            <a:off x="3257860" y="2361757"/>
            <a:ext cx="1696500" cy="2694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 b="1"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 b="1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 b="1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 b="1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 b="1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 b="1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 b="1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 b="1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 b="1"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98" name="Google Shape;98;p11"/>
          <p:cNvSpPr txBox="1">
            <a:spLocks noGrp="1"/>
          </p:cNvSpPr>
          <p:nvPr>
            <p:ph type="title" idx="7"/>
          </p:nvPr>
        </p:nvSpPr>
        <p:spPr>
          <a:xfrm>
            <a:off x="7229582" y="3878226"/>
            <a:ext cx="1696500" cy="2694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 b="1"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 b="1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 b="1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 b="1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 b="1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 b="1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 b="1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 b="1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 b="1"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99" name="Google Shape;99;p11"/>
          <p:cNvSpPr txBox="1">
            <a:spLocks noGrp="1"/>
          </p:cNvSpPr>
          <p:nvPr>
            <p:ph type="body" idx="1"/>
          </p:nvPr>
        </p:nvSpPr>
        <p:spPr>
          <a:xfrm>
            <a:off x="3257120" y="2663823"/>
            <a:ext cx="1578900" cy="8301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marL="457200" lvl="0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1pPr>
            <a:lvl2pPr marL="914400" lvl="1" indent="-2921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2pPr>
            <a:lvl3pPr marL="1371600" lvl="2" indent="-2921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3pPr>
            <a:lvl4pPr marL="1828800" lvl="3" indent="-2921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4pPr>
            <a:lvl5pPr marL="2286000" lvl="4" indent="-2921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5pPr>
            <a:lvl6pPr marL="2743200" lvl="5" indent="-2921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6pPr>
            <a:lvl7pPr marL="3200400" lvl="6" indent="-2921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7pPr>
            <a:lvl8pPr marL="3657600" lvl="7" indent="-2921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8pPr>
            <a:lvl9pPr marL="4114800" lvl="8" indent="-29210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00" name="Google Shape;100;p11"/>
          <p:cNvSpPr txBox="1">
            <a:spLocks noGrp="1"/>
          </p:cNvSpPr>
          <p:nvPr>
            <p:ph type="body" idx="8"/>
          </p:nvPr>
        </p:nvSpPr>
        <p:spPr>
          <a:xfrm>
            <a:off x="7237317" y="4178575"/>
            <a:ext cx="1784400" cy="8301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marL="457200" lvl="0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1pPr>
            <a:lvl2pPr marL="914400" lvl="1" indent="-2921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2pPr>
            <a:lvl3pPr marL="1371600" lvl="2" indent="-2921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3pPr>
            <a:lvl4pPr marL="1828800" lvl="3" indent="-2921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4pPr>
            <a:lvl5pPr marL="2286000" lvl="4" indent="-2921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5pPr>
            <a:lvl6pPr marL="2743200" lvl="5" indent="-2921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6pPr>
            <a:lvl7pPr marL="3200400" lvl="6" indent="-2921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7pPr>
            <a:lvl8pPr marL="3657600" lvl="7" indent="-2921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8pPr>
            <a:lvl9pPr marL="4114800" lvl="8" indent="-29210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01" name="Google Shape;101;p11"/>
          <p:cNvSpPr txBox="1">
            <a:spLocks noGrp="1"/>
          </p:cNvSpPr>
          <p:nvPr>
            <p:ph type="body" idx="9"/>
          </p:nvPr>
        </p:nvSpPr>
        <p:spPr>
          <a:xfrm>
            <a:off x="7246218" y="1157300"/>
            <a:ext cx="1680000" cy="8301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marL="457200" lvl="0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1pPr>
            <a:lvl2pPr marL="914400" lvl="1" indent="-2921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2pPr>
            <a:lvl3pPr marL="1371600" lvl="2" indent="-2921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3pPr>
            <a:lvl4pPr marL="1828800" lvl="3" indent="-2921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4pPr>
            <a:lvl5pPr marL="2286000" lvl="4" indent="-2921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5pPr>
            <a:lvl6pPr marL="2743200" lvl="5" indent="-2921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6pPr>
            <a:lvl7pPr marL="3200400" lvl="6" indent="-2921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7pPr>
            <a:lvl8pPr marL="3657600" lvl="7" indent="-2921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8pPr>
            <a:lvl9pPr marL="4114800" lvl="8" indent="-29210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- Alt 4">
  <p:cSld name="CUSTOM_15">
    <p:bg>
      <p:bgPr>
        <a:solidFill>
          <a:schemeClr val="lt1"/>
        </a:solidFill>
        <a:effectLst/>
      </p:bgPr>
    </p:bg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Google Shape;103;p12"/>
          <p:cNvPicPr preferRelativeResize="0"/>
          <p:nvPr/>
        </p:nvPicPr>
        <p:blipFill rotWithShape="1">
          <a:blip r:embed="rId2">
            <a:alphaModFix amt="10000"/>
          </a:blip>
          <a:srcRect l="789" r="12432"/>
          <a:stretch/>
        </p:blipFill>
        <p:spPr>
          <a:xfrm>
            <a:off x="0" y="-125"/>
            <a:ext cx="6696900" cy="5143500"/>
          </a:xfrm>
          <a:prstGeom prst="snip1Rect">
            <a:avLst>
              <a:gd name="adj" fmla="val 16667"/>
            </a:avLst>
          </a:prstGeom>
          <a:noFill/>
          <a:ln>
            <a:noFill/>
          </a:ln>
        </p:spPr>
      </p:pic>
      <p:sp>
        <p:nvSpPr>
          <p:cNvPr id="104" name="Google Shape;104;p12"/>
          <p:cNvSpPr txBox="1">
            <a:spLocks noGrp="1"/>
          </p:cNvSpPr>
          <p:nvPr>
            <p:ph type="title"/>
          </p:nvPr>
        </p:nvSpPr>
        <p:spPr>
          <a:xfrm>
            <a:off x="705550" y="3934350"/>
            <a:ext cx="2247900" cy="923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105" name="Google Shape;105;p12"/>
          <p:cNvSpPr txBox="1">
            <a:spLocks noGrp="1"/>
          </p:cNvSpPr>
          <p:nvPr>
            <p:ph type="title" idx="2"/>
          </p:nvPr>
        </p:nvSpPr>
        <p:spPr>
          <a:xfrm>
            <a:off x="705550" y="2635250"/>
            <a:ext cx="2247900" cy="923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106" name="Google Shape;106;p12"/>
          <p:cNvSpPr txBox="1">
            <a:spLocks noGrp="1"/>
          </p:cNvSpPr>
          <p:nvPr>
            <p:ph type="title" idx="3"/>
          </p:nvPr>
        </p:nvSpPr>
        <p:spPr>
          <a:xfrm>
            <a:off x="3461750" y="3934350"/>
            <a:ext cx="2247900" cy="923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107" name="Google Shape;107;p12"/>
          <p:cNvSpPr txBox="1">
            <a:spLocks noGrp="1"/>
          </p:cNvSpPr>
          <p:nvPr>
            <p:ph type="title" idx="4"/>
          </p:nvPr>
        </p:nvSpPr>
        <p:spPr>
          <a:xfrm>
            <a:off x="3461750" y="2635250"/>
            <a:ext cx="2247900" cy="923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108" name="Google Shape;108;p12"/>
          <p:cNvSpPr txBox="1">
            <a:spLocks noGrp="1"/>
          </p:cNvSpPr>
          <p:nvPr>
            <p:ph type="title" idx="5"/>
          </p:nvPr>
        </p:nvSpPr>
        <p:spPr>
          <a:xfrm>
            <a:off x="6219150" y="3934350"/>
            <a:ext cx="2247900" cy="923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109" name="Google Shape;109;p12"/>
          <p:cNvSpPr txBox="1">
            <a:spLocks noGrp="1"/>
          </p:cNvSpPr>
          <p:nvPr>
            <p:ph type="title" idx="6"/>
          </p:nvPr>
        </p:nvSpPr>
        <p:spPr>
          <a:xfrm>
            <a:off x="6219150" y="2635250"/>
            <a:ext cx="2247900" cy="923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110" name="Google Shape;110;p12"/>
          <p:cNvSpPr txBox="1">
            <a:spLocks noGrp="1"/>
          </p:cNvSpPr>
          <p:nvPr>
            <p:ph type="title" idx="7"/>
          </p:nvPr>
        </p:nvSpPr>
        <p:spPr>
          <a:xfrm>
            <a:off x="430209" y="907725"/>
            <a:ext cx="6815400" cy="10389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700"/>
              <a:buNone/>
              <a:defRPr sz="37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800"/>
              <a:buNone/>
              <a:defRPr sz="4800" b="1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800"/>
              <a:buNone/>
              <a:defRPr sz="4800" b="1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800"/>
              <a:buNone/>
              <a:defRPr sz="4800" b="1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800"/>
              <a:buNone/>
              <a:defRPr sz="4800" b="1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800"/>
              <a:buNone/>
              <a:defRPr sz="4800" b="1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800"/>
              <a:buNone/>
              <a:defRPr sz="4800" b="1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800"/>
              <a:buNone/>
              <a:defRPr sz="4800" b="1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800"/>
              <a:buNone/>
              <a:defRPr sz="4800" b="1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- Alt 9 ">
  <p:cSld name="BLANK_1_1_1_1_1_1_1_1_1_1_1_1_1_1_1_1_1_1_1"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3"/>
          <p:cNvSpPr/>
          <p:nvPr/>
        </p:nvSpPr>
        <p:spPr>
          <a:xfrm>
            <a:off x="3400700" y="0"/>
            <a:ext cx="5742900" cy="1427100"/>
          </a:xfrm>
          <a:prstGeom prst="snip1Rect">
            <a:avLst>
              <a:gd name="adj" fmla="val 27405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113" name="Google Shape;113;p13"/>
          <p:cNvSpPr txBox="1">
            <a:spLocks noGrp="1"/>
          </p:cNvSpPr>
          <p:nvPr>
            <p:ph type="subTitle" idx="1"/>
          </p:nvPr>
        </p:nvSpPr>
        <p:spPr>
          <a:xfrm>
            <a:off x="3718425" y="402000"/>
            <a:ext cx="1459500" cy="12519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>
            <a:endParaRPr/>
          </a:p>
        </p:txBody>
      </p:sp>
      <p:sp>
        <p:nvSpPr>
          <p:cNvPr id="114" name="Google Shape;114;p13"/>
          <p:cNvSpPr/>
          <p:nvPr/>
        </p:nvSpPr>
        <p:spPr>
          <a:xfrm>
            <a:off x="3400700" y="1427100"/>
            <a:ext cx="5742900" cy="1790400"/>
          </a:xfrm>
          <a:prstGeom prst="snip1Rect">
            <a:avLst>
              <a:gd name="adj" fmla="val 23783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115" name="Google Shape;115;p13"/>
          <p:cNvSpPr/>
          <p:nvPr/>
        </p:nvSpPr>
        <p:spPr>
          <a:xfrm>
            <a:off x="3400700" y="3217500"/>
            <a:ext cx="5742900" cy="1924500"/>
          </a:xfrm>
          <a:prstGeom prst="snip1Rect">
            <a:avLst>
              <a:gd name="adj" fmla="val 22192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116" name="Google Shape;116;p13"/>
          <p:cNvSpPr txBox="1">
            <a:spLocks noGrp="1"/>
          </p:cNvSpPr>
          <p:nvPr>
            <p:ph type="subTitle" idx="2"/>
          </p:nvPr>
        </p:nvSpPr>
        <p:spPr>
          <a:xfrm>
            <a:off x="4249525" y="402000"/>
            <a:ext cx="4315800" cy="7455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9pPr>
          </a:lstStyle>
          <a:p>
            <a:endParaRPr/>
          </a:p>
        </p:txBody>
      </p:sp>
      <p:sp>
        <p:nvSpPr>
          <p:cNvPr id="117" name="Google Shape;117;p13"/>
          <p:cNvSpPr txBox="1">
            <a:spLocks noGrp="1"/>
          </p:cNvSpPr>
          <p:nvPr>
            <p:ph type="subTitle" idx="3"/>
          </p:nvPr>
        </p:nvSpPr>
        <p:spPr>
          <a:xfrm>
            <a:off x="3718425" y="1696338"/>
            <a:ext cx="1459500" cy="12519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>
            <a:endParaRPr/>
          </a:p>
        </p:txBody>
      </p:sp>
      <p:sp>
        <p:nvSpPr>
          <p:cNvPr id="118" name="Google Shape;118;p13"/>
          <p:cNvSpPr txBox="1">
            <a:spLocks noGrp="1"/>
          </p:cNvSpPr>
          <p:nvPr>
            <p:ph type="subTitle" idx="4"/>
          </p:nvPr>
        </p:nvSpPr>
        <p:spPr>
          <a:xfrm>
            <a:off x="4249525" y="1696338"/>
            <a:ext cx="1868400" cy="12519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1pPr>
            <a:lvl2pPr lvl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2pPr>
            <a:lvl3pPr lvl="2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3pPr>
            <a:lvl4pPr lvl="3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4pPr>
            <a:lvl5pPr lvl="4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5pPr>
            <a:lvl6pPr lvl="5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6pPr>
            <a:lvl7pPr lvl="6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7pPr>
            <a:lvl8pPr lvl="7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8pPr>
            <a:lvl9pPr lvl="8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9pPr>
          </a:lstStyle>
          <a:p>
            <a:endParaRPr/>
          </a:p>
        </p:txBody>
      </p:sp>
      <p:sp>
        <p:nvSpPr>
          <p:cNvPr id="119" name="Google Shape;119;p13"/>
          <p:cNvSpPr txBox="1">
            <a:spLocks noGrp="1"/>
          </p:cNvSpPr>
          <p:nvPr>
            <p:ph type="title"/>
          </p:nvPr>
        </p:nvSpPr>
        <p:spPr>
          <a:xfrm>
            <a:off x="556500" y="531900"/>
            <a:ext cx="2714700" cy="10392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9pPr>
          </a:lstStyle>
          <a:p>
            <a:endParaRPr/>
          </a:p>
        </p:txBody>
      </p:sp>
      <p:sp>
        <p:nvSpPr>
          <p:cNvPr id="120" name="Google Shape;120;p13"/>
          <p:cNvSpPr>
            <a:spLocks noGrp="1"/>
          </p:cNvSpPr>
          <p:nvPr>
            <p:ph type="pic" idx="5"/>
          </p:nvPr>
        </p:nvSpPr>
        <p:spPr>
          <a:xfrm>
            <a:off x="75" y="2673275"/>
            <a:ext cx="3400800" cy="2471400"/>
          </a:xfrm>
          <a:prstGeom prst="snip1Rect">
            <a:avLst>
              <a:gd name="adj" fmla="val 21231"/>
            </a:avLst>
          </a:prstGeom>
          <a:noFill/>
          <a:ln>
            <a:noFill/>
          </a:ln>
        </p:spPr>
      </p:sp>
      <p:sp>
        <p:nvSpPr>
          <p:cNvPr id="121" name="Google Shape;121;p13"/>
          <p:cNvSpPr txBox="1">
            <a:spLocks noGrp="1"/>
          </p:cNvSpPr>
          <p:nvPr>
            <p:ph type="subTitle" idx="6"/>
          </p:nvPr>
        </p:nvSpPr>
        <p:spPr>
          <a:xfrm>
            <a:off x="582450" y="1733025"/>
            <a:ext cx="2400600" cy="7455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22" name="Google Shape;122;p13"/>
          <p:cNvSpPr txBox="1">
            <a:spLocks noGrp="1"/>
          </p:cNvSpPr>
          <p:nvPr>
            <p:ph type="subTitle" idx="7"/>
          </p:nvPr>
        </p:nvSpPr>
        <p:spPr>
          <a:xfrm>
            <a:off x="3718450" y="3470325"/>
            <a:ext cx="3678300" cy="4542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>
            <a:endParaRPr/>
          </a:p>
        </p:txBody>
      </p:sp>
      <p:sp>
        <p:nvSpPr>
          <p:cNvPr id="123" name="Google Shape;123;p13"/>
          <p:cNvSpPr txBox="1">
            <a:spLocks noGrp="1"/>
          </p:cNvSpPr>
          <p:nvPr>
            <p:ph type="subTitle" idx="8"/>
          </p:nvPr>
        </p:nvSpPr>
        <p:spPr>
          <a:xfrm>
            <a:off x="3724200" y="3884675"/>
            <a:ext cx="5063100" cy="10392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9pPr>
          </a:lstStyle>
          <a:p>
            <a:endParaRPr/>
          </a:p>
        </p:txBody>
      </p:sp>
      <p:sp>
        <p:nvSpPr>
          <p:cNvPr id="124" name="Google Shape;124;p13"/>
          <p:cNvSpPr txBox="1">
            <a:spLocks noGrp="1"/>
          </p:cNvSpPr>
          <p:nvPr>
            <p:ph type="subTitle" idx="9"/>
          </p:nvPr>
        </p:nvSpPr>
        <p:spPr>
          <a:xfrm>
            <a:off x="5999175" y="1696338"/>
            <a:ext cx="2787300" cy="12519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1pPr>
            <a:lvl2pPr lvl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2pPr>
            <a:lvl3pPr lvl="2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3pPr>
            <a:lvl4pPr lvl="3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4pPr>
            <a:lvl5pPr lvl="4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5pPr>
            <a:lvl6pPr lvl="5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6pPr>
            <a:lvl7pPr lvl="6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7pPr>
            <a:lvl8pPr lvl="7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8pPr>
            <a:lvl9pPr lvl="8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- Alt 10">
  <p:cSld name="BLANK_1_1_1_1_1_1_1_1_1_1_1_1_1_1_1_1_1_1"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4"/>
          <p:cNvSpPr txBox="1">
            <a:spLocks noGrp="1"/>
          </p:cNvSpPr>
          <p:nvPr>
            <p:ph type="title"/>
          </p:nvPr>
        </p:nvSpPr>
        <p:spPr>
          <a:xfrm>
            <a:off x="508000" y="466750"/>
            <a:ext cx="3752700" cy="18681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2400">
                <a:solidFill>
                  <a:schemeClr val="lt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2400">
                <a:solidFill>
                  <a:schemeClr val="lt1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2400">
                <a:solidFill>
                  <a:schemeClr val="lt1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2400">
                <a:solidFill>
                  <a:schemeClr val="lt1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2400">
                <a:solidFill>
                  <a:schemeClr val="lt1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2400">
                <a:solidFill>
                  <a:schemeClr val="lt1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2400">
                <a:solidFill>
                  <a:schemeClr val="lt1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2400">
                <a:solidFill>
                  <a:schemeClr val="lt1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2400">
                <a:solidFill>
                  <a:schemeClr val="lt1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>
            <a:endParaRPr/>
          </a:p>
        </p:txBody>
      </p:sp>
      <p:sp>
        <p:nvSpPr>
          <p:cNvPr id="127" name="Google Shape;127;p14"/>
          <p:cNvSpPr>
            <a:spLocks noGrp="1"/>
          </p:cNvSpPr>
          <p:nvPr>
            <p:ph type="pic" idx="2"/>
          </p:nvPr>
        </p:nvSpPr>
        <p:spPr>
          <a:xfrm>
            <a:off x="75" y="2673275"/>
            <a:ext cx="3014400" cy="2471400"/>
          </a:xfrm>
          <a:prstGeom prst="snip1Rect">
            <a:avLst>
              <a:gd name="adj" fmla="val 0"/>
            </a:avLst>
          </a:prstGeom>
          <a:noFill/>
          <a:ln>
            <a:noFill/>
          </a:ln>
        </p:spPr>
      </p:sp>
      <p:sp>
        <p:nvSpPr>
          <p:cNvPr id="128" name="Google Shape;128;p14"/>
          <p:cNvSpPr>
            <a:spLocks noGrp="1"/>
          </p:cNvSpPr>
          <p:nvPr>
            <p:ph type="pic" idx="3"/>
          </p:nvPr>
        </p:nvSpPr>
        <p:spPr>
          <a:xfrm>
            <a:off x="5341625" y="-3800"/>
            <a:ext cx="3802500" cy="1899300"/>
          </a:xfrm>
          <a:prstGeom prst="snip1Rect">
            <a:avLst>
              <a:gd name="adj" fmla="val 17337"/>
            </a:avLst>
          </a:prstGeom>
          <a:noFill/>
          <a:ln>
            <a:noFill/>
          </a:ln>
        </p:spPr>
      </p:sp>
      <p:sp>
        <p:nvSpPr>
          <p:cNvPr id="129" name="Google Shape;129;p14"/>
          <p:cNvSpPr/>
          <p:nvPr/>
        </p:nvSpPr>
        <p:spPr>
          <a:xfrm>
            <a:off x="5341400" y="1709375"/>
            <a:ext cx="3802500" cy="3435300"/>
          </a:xfrm>
          <a:prstGeom prst="snip1Rect">
            <a:avLst>
              <a:gd name="adj" fmla="val 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130" name="Google Shape;130;p14"/>
          <p:cNvSpPr/>
          <p:nvPr/>
        </p:nvSpPr>
        <p:spPr>
          <a:xfrm>
            <a:off x="3014300" y="2673275"/>
            <a:ext cx="2327100" cy="2471400"/>
          </a:xfrm>
          <a:prstGeom prst="snip1Rect">
            <a:avLst>
              <a:gd name="adj" fmla="val 16667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131" name="Google Shape;131;p14"/>
          <p:cNvSpPr txBox="1">
            <a:spLocks noGrp="1"/>
          </p:cNvSpPr>
          <p:nvPr>
            <p:ph type="subTitle" idx="1"/>
          </p:nvPr>
        </p:nvSpPr>
        <p:spPr>
          <a:xfrm>
            <a:off x="3364075" y="3159975"/>
            <a:ext cx="1459500" cy="18681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9pPr>
          </a:lstStyle>
          <a:p>
            <a:endParaRPr/>
          </a:p>
        </p:txBody>
      </p:sp>
      <p:sp>
        <p:nvSpPr>
          <p:cNvPr id="132" name="Google Shape;132;p14"/>
          <p:cNvSpPr txBox="1">
            <a:spLocks noGrp="1"/>
          </p:cNvSpPr>
          <p:nvPr>
            <p:ph type="subTitle" idx="4"/>
          </p:nvPr>
        </p:nvSpPr>
        <p:spPr>
          <a:xfrm>
            <a:off x="5794450" y="2073450"/>
            <a:ext cx="1459500" cy="16428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9pPr>
          </a:lstStyle>
          <a:p>
            <a:endParaRPr/>
          </a:p>
        </p:txBody>
      </p:sp>
      <p:sp>
        <p:nvSpPr>
          <p:cNvPr id="133" name="Google Shape;133;p14"/>
          <p:cNvSpPr txBox="1">
            <a:spLocks noGrp="1"/>
          </p:cNvSpPr>
          <p:nvPr>
            <p:ph type="subTitle" idx="5"/>
          </p:nvPr>
        </p:nvSpPr>
        <p:spPr>
          <a:xfrm>
            <a:off x="7371675" y="2073450"/>
            <a:ext cx="1294500" cy="16428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9pPr>
          </a:lstStyle>
          <a:p>
            <a:endParaRPr/>
          </a:p>
        </p:txBody>
      </p:sp>
      <p:sp>
        <p:nvSpPr>
          <p:cNvPr id="134" name="Google Shape;134;p14"/>
          <p:cNvSpPr txBox="1">
            <a:spLocks noGrp="1"/>
          </p:cNvSpPr>
          <p:nvPr>
            <p:ph type="subTitle" idx="6"/>
          </p:nvPr>
        </p:nvSpPr>
        <p:spPr>
          <a:xfrm>
            <a:off x="5794450" y="3940350"/>
            <a:ext cx="2831400" cy="9174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- Alt 11">
  <p:cSld name="BLANK_1_1_1_1_1_1_1_1_1_1_1_1_1_1_1">
    <p:bg>
      <p:bgPr>
        <a:solidFill>
          <a:schemeClr val="lt1"/>
        </a:solidFill>
        <a:effectLst/>
      </p:bgPr>
    </p:bg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5"/>
          <p:cNvSpPr txBox="1">
            <a:spLocks noGrp="1"/>
          </p:cNvSpPr>
          <p:nvPr>
            <p:ph type="subTitle" idx="1"/>
          </p:nvPr>
        </p:nvSpPr>
        <p:spPr>
          <a:xfrm>
            <a:off x="455153" y="1847050"/>
            <a:ext cx="1278600" cy="4101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>
            <a:endParaRPr/>
          </a:p>
        </p:txBody>
      </p:sp>
      <p:sp>
        <p:nvSpPr>
          <p:cNvPr id="137" name="Google Shape;137;p15"/>
          <p:cNvSpPr txBox="1">
            <a:spLocks noGrp="1"/>
          </p:cNvSpPr>
          <p:nvPr>
            <p:ph type="subTitle" idx="2"/>
          </p:nvPr>
        </p:nvSpPr>
        <p:spPr>
          <a:xfrm>
            <a:off x="455153" y="2961963"/>
            <a:ext cx="1278600" cy="4101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>
            <a:endParaRPr/>
          </a:p>
        </p:txBody>
      </p:sp>
      <p:sp>
        <p:nvSpPr>
          <p:cNvPr id="138" name="Google Shape;138;p15"/>
          <p:cNvSpPr txBox="1">
            <a:spLocks noGrp="1"/>
          </p:cNvSpPr>
          <p:nvPr>
            <p:ph type="subTitle" idx="3"/>
          </p:nvPr>
        </p:nvSpPr>
        <p:spPr>
          <a:xfrm>
            <a:off x="455146" y="3929375"/>
            <a:ext cx="1278600" cy="4101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>
            <a:endParaRPr/>
          </a:p>
        </p:txBody>
      </p:sp>
      <p:sp>
        <p:nvSpPr>
          <p:cNvPr id="139" name="Google Shape;139;p15"/>
          <p:cNvSpPr txBox="1">
            <a:spLocks noGrp="1"/>
          </p:cNvSpPr>
          <p:nvPr>
            <p:ph type="subTitle" idx="4"/>
          </p:nvPr>
        </p:nvSpPr>
        <p:spPr>
          <a:xfrm>
            <a:off x="1781075" y="1241375"/>
            <a:ext cx="1498800" cy="2763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>
            <a:endParaRPr/>
          </a:p>
        </p:txBody>
      </p:sp>
      <p:sp>
        <p:nvSpPr>
          <p:cNvPr id="140" name="Google Shape;140;p15"/>
          <p:cNvSpPr txBox="1">
            <a:spLocks noGrp="1"/>
          </p:cNvSpPr>
          <p:nvPr>
            <p:ph type="subTitle" idx="5"/>
          </p:nvPr>
        </p:nvSpPr>
        <p:spPr>
          <a:xfrm>
            <a:off x="3596300" y="1241375"/>
            <a:ext cx="1498800" cy="2763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>
            <a:endParaRPr/>
          </a:p>
        </p:txBody>
      </p:sp>
      <p:sp>
        <p:nvSpPr>
          <p:cNvPr id="141" name="Google Shape;141;p15"/>
          <p:cNvSpPr txBox="1">
            <a:spLocks noGrp="1"/>
          </p:cNvSpPr>
          <p:nvPr>
            <p:ph type="subTitle" idx="6"/>
          </p:nvPr>
        </p:nvSpPr>
        <p:spPr>
          <a:xfrm>
            <a:off x="5411525" y="1241375"/>
            <a:ext cx="1498800" cy="2763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>
            <a:endParaRPr/>
          </a:p>
        </p:txBody>
      </p:sp>
      <p:sp>
        <p:nvSpPr>
          <p:cNvPr id="142" name="Google Shape;142;p15"/>
          <p:cNvSpPr txBox="1">
            <a:spLocks noGrp="1"/>
          </p:cNvSpPr>
          <p:nvPr>
            <p:ph type="subTitle" idx="7"/>
          </p:nvPr>
        </p:nvSpPr>
        <p:spPr>
          <a:xfrm>
            <a:off x="7226750" y="1241375"/>
            <a:ext cx="1498800" cy="2640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>
            <a:endParaRPr/>
          </a:p>
        </p:txBody>
      </p:sp>
      <p:sp>
        <p:nvSpPr>
          <p:cNvPr id="143" name="Google Shape;143;p15"/>
          <p:cNvSpPr txBox="1">
            <a:spLocks noGrp="1"/>
          </p:cNvSpPr>
          <p:nvPr>
            <p:ph type="subTitle" idx="8"/>
          </p:nvPr>
        </p:nvSpPr>
        <p:spPr>
          <a:xfrm>
            <a:off x="1979675" y="1790375"/>
            <a:ext cx="1381200" cy="4884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44" name="Google Shape;144;p15"/>
          <p:cNvSpPr txBox="1">
            <a:spLocks noGrp="1"/>
          </p:cNvSpPr>
          <p:nvPr>
            <p:ph type="subTitle" idx="9"/>
          </p:nvPr>
        </p:nvSpPr>
        <p:spPr>
          <a:xfrm>
            <a:off x="1979675" y="2883669"/>
            <a:ext cx="1381200" cy="4884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45" name="Google Shape;145;p15"/>
          <p:cNvSpPr txBox="1">
            <a:spLocks noGrp="1"/>
          </p:cNvSpPr>
          <p:nvPr>
            <p:ph type="subTitle" idx="13"/>
          </p:nvPr>
        </p:nvSpPr>
        <p:spPr>
          <a:xfrm>
            <a:off x="1979675" y="4040075"/>
            <a:ext cx="1381200" cy="4884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46" name="Google Shape;146;p15"/>
          <p:cNvSpPr txBox="1">
            <a:spLocks noGrp="1"/>
          </p:cNvSpPr>
          <p:nvPr>
            <p:ph type="subTitle" idx="14"/>
          </p:nvPr>
        </p:nvSpPr>
        <p:spPr>
          <a:xfrm>
            <a:off x="3805975" y="1790375"/>
            <a:ext cx="1381200" cy="4884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47" name="Google Shape;147;p15"/>
          <p:cNvSpPr txBox="1">
            <a:spLocks noGrp="1"/>
          </p:cNvSpPr>
          <p:nvPr>
            <p:ph type="subTitle" idx="15"/>
          </p:nvPr>
        </p:nvSpPr>
        <p:spPr>
          <a:xfrm>
            <a:off x="3805975" y="2883669"/>
            <a:ext cx="1381200" cy="4884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48" name="Google Shape;148;p15"/>
          <p:cNvSpPr txBox="1">
            <a:spLocks noGrp="1"/>
          </p:cNvSpPr>
          <p:nvPr>
            <p:ph type="subTitle" idx="16"/>
          </p:nvPr>
        </p:nvSpPr>
        <p:spPr>
          <a:xfrm>
            <a:off x="3805975" y="4040075"/>
            <a:ext cx="1381200" cy="4884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49" name="Google Shape;149;p15"/>
          <p:cNvSpPr txBox="1">
            <a:spLocks noGrp="1"/>
          </p:cNvSpPr>
          <p:nvPr>
            <p:ph type="subTitle" idx="17"/>
          </p:nvPr>
        </p:nvSpPr>
        <p:spPr>
          <a:xfrm>
            <a:off x="5632275" y="1790375"/>
            <a:ext cx="1381200" cy="4884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50" name="Google Shape;150;p15"/>
          <p:cNvSpPr txBox="1">
            <a:spLocks noGrp="1"/>
          </p:cNvSpPr>
          <p:nvPr>
            <p:ph type="subTitle" idx="18"/>
          </p:nvPr>
        </p:nvSpPr>
        <p:spPr>
          <a:xfrm>
            <a:off x="5632275" y="2883669"/>
            <a:ext cx="1381200" cy="4884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51" name="Google Shape;151;p15"/>
          <p:cNvSpPr txBox="1">
            <a:spLocks noGrp="1"/>
          </p:cNvSpPr>
          <p:nvPr>
            <p:ph type="subTitle" idx="19"/>
          </p:nvPr>
        </p:nvSpPr>
        <p:spPr>
          <a:xfrm>
            <a:off x="5632275" y="4040075"/>
            <a:ext cx="1381200" cy="4884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52" name="Google Shape;152;p15"/>
          <p:cNvSpPr txBox="1">
            <a:spLocks noGrp="1"/>
          </p:cNvSpPr>
          <p:nvPr>
            <p:ph type="subTitle" idx="20"/>
          </p:nvPr>
        </p:nvSpPr>
        <p:spPr>
          <a:xfrm>
            <a:off x="7458575" y="1790375"/>
            <a:ext cx="1381200" cy="4884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53" name="Google Shape;153;p15"/>
          <p:cNvSpPr txBox="1">
            <a:spLocks noGrp="1"/>
          </p:cNvSpPr>
          <p:nvPr>
            <p:ph type="subTitle" idx="21"/>
          </p:nvPr>
        </p:nvSpPr>
        <p:spPr>
          <a:xfrm>
            <a:off x="7458575" y="2883669"/>
            <a:ext cx="1381200" cy="4884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54" name="Google Shape;154;p15"/>
          <p:cNvSpPr txBox="1">
            <a:spLocks noGrp="1"/>
          </p:cNvSpPr>
          <p:nvPr>
            <p:ph type="subTitle" idx="22"/>
          </p:nvPr>
        </p:nvSpPr>
        <p:spPr>
          <a:xfrm>
            <a:off x="7458575" y="4040075"/>
            <a:ext cx="1381200" cy="4884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55" name="Google Shape;155;p15"/>
          <p:cNvSpPr txBox="1">
            <a:spLocks noGrp="1"/>
          </p:cNvSpPr>
          <p:nvPr>
            <p:ph type="title"/>
          </p:nvPr>
        </p:nvSpPr>
        <p:spPr>
          <a:xfrm>
            <a:off x="452621" y="455239"/>
            <a:ext cx="6964800" cy="6510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- Alt 12">
  <p:cSld name="CUSTOM_14">
    <p:bg>
      <p:bgPr>
        <a:solidFill>
          <a:schemeClr val="lt1"/>
        </a:solidFill>
        <a:effectLst/>
      </p:bgPr>
    </p:bg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6"/>
          <p:cNvSpPr txBox="1">
            <a:spLocks noGrp="1"/>
          </p:cNvSpPr>
          <p:nvPr>
            <p:ph type="title"/>
          </p:nvPr>
        </p:nvSpPr>
        <p:spPr>
          <a:xfrm>
            <a:off x="966625" y="1926200"/>
            <a:ext cx="1589700" cy="3018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>
            <a:endParaRPr/>
          </a:p>
        </p:txBody>
      </p:sp>
      <p:sp>
        <p:nvSpPr>
          <p:cNvPr id="158" name="Google Shape;158;p16"/>
          <p:cNvSpPr txBox="1">
            <a:spLocks noGrp="1"/>
          </p:cNvSpPr>
          <p:nvPr>
            <p:ph type="title" idx="2"/>
          </p:nvPr>
        </p:nvSpPr>
        <p:spPr>
          <a:xfrm>
            <a:off x="2768150" y="1926200"/>
            <a:ext cx="1518900" cy="3018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>
            <a:endParaRPr/>
          </a:p>
        </p:txBody>
      </p:sp>
      <p:sp>
        <p:nvSpPr>
          <p:cNvPr id="159" name="Google Shape;159;p16"/>
          <p:cNvSpPr txBox="1">
            <a:spLocks noGrp="1"/>
          </p:cNvSpPr>
          <p:nvPr>
            <p:ph type="title" idx="3"/>
          </p:nvPr>
        </p:nvSpPr>
        <p:spPr>
          <a:xfrm>
            <a:off x="4609425" y="1926200"/>
            <a:ext cx="1620000" cy="3018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>
            <a:endParaRPr/>
          </a:p>
        </p:txBody>
      </p:sp>
      <p:sp>
        <p:nvSpPr>
          <p:cNvPr id="160" name="Google Shape;160;p16"/>
          <p:cNvSpPr txBox="1">
            <a:spLocks noGrp="1"/>
          </p:cNvSpPr>
          <p:nvPr>
            <p:ph type="title" idx="4"/>
          </p:nvPr>
        </p:nvSpPr>
        <p:spPr>
          <a:xfrm>
            <a:off x="2876400" y="4053150"/>
            <a:ext cx="1376700" cy="10911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600"/>
              <a:buNone/>
              <a:defRPr sz="8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600"/>
              <a:buNone/>
              <a:defRPr sz="8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600"/>
              <a:buNone/>
              <a:defRPr sz="8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600"/>
              <a:buNone/>
              <a:defRPr sz="8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600"/>
              <a:buNone/>
              <a:defRPr sz="8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600"/>
              <a:buNone/>
              <a:defRPr sz="8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600"/>
              <a:buNone/>
              <a:defRPr sz="8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600"/>
              <a:buNone/>
              <a:defRPr sz="8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600"/>
              <a:buNone/>
              <a:defRPr sz="8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161" name="Google Shape;161;p16"/>
          <p:cNvSpPr txBox="1">
            <a:spLocks noGrp="1"/>
          </p:cNvSpPr>
          <p:nvPr>
            <p:ph type="title" idx="5"/>
          </p:nvPr>
        </p:nvSpPr>
        <p:spPr>
          <a:xfrm>
            <a:off x="6564575" y="4053150"/>
            <a:ext cx="1376700" cy="10911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600"/>
              <a:buNone/>
              <a:defRPr sz="8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600"/>
              <a:buNone/>
              <a:defRPr sz="8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600"/>
              <a:buNone/>
              <a:defRPr sz="8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600"/>
              <a:buNone/>
              <a:defRPr sz="8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600"/>
              <a:buNone/>
              <a:defRPr sz="8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600"/>
              <a:buNone/>
              <a:defRPr sz="8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600"/>
              <a:buNone/>
              <a:defRPr sz="8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600"/>
              <a:buNone/>
              <a:defRPr sz="8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600"/>
              <a:buNone/>
              <a:defRPr sz="8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162" name="Google Shape;162;p16"/>
          <p:cNvSpPr txBox="1">
            <a:spLocks noGrp="1"/>
          </p:cNvSpPr>
          <p:nvPr>
            <p:ph type="title" idx="6"/>
          </p:nvPr>
        </p:nvSpPr>
        <p:spPr>
          <a:xfrm>
            <a:off x="966625" y="2228000"/>
            <a:ext cx="1294500" cy="1091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163" name="Google Shape;163;p16"/>
          <p:cNvSpPr txBox="1">
            <a:spLocks noGrp="1"/>
          </p:cNvSpPr>
          <p:nvPr>
            <p:ph type="title" idx="7"/>
          </p:nvPr>
        </p:nvSpPr>
        <p:spPr>
          <a:xfrm>
            <a:off x="2768161" y="2228000"/>
            <a:ext cx="1294500" cy="1091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164" name="Google Shape;164;p16"/>
          <p:cNvSpPr txBox="1">
            <a:spLocks noGrp="1"/>
          </p:cNvSpPr>
          <p:nvPr>
            <p:ph type="title" idx="8"/>
          </p:nvPr>
        </p:nvSpPr>
        <p:spPr>
          <a:xfrm>
            <a:off x="4609425" y="2228000"/>
            <a:ext cx="1376700" cy="1091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165" name="Google Shape;165;p16"/>
          <p:cNvSpPr txBox="1">
            <a:spLocks noGrp="1"/>
          </p:cNvSpPr>
          <p:nvPr>
            <p:ph type="title" idx="9"/>
          </p:nvPr>
        </p:nvSpPr>
        <p:spPr>
          <a:xfrm>
            <a:off x="6437300" y="1926200"/>
            <a:ext cx="1376700" cy="3018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>
            <a:endParaRPr/>
          </a:p>
        </p:txBody>
      </p:sp>
      <p:sp>
        <p:nvSpPr>
          <p:cNvPr id="166" name="Google Shape;166;p16"/>
          <p:cNvSpPr txBox="1">
            <a:spLocks noGrp="1"/>
          </p:cNvSpPr>
          <p:nvPr>
            <p:ph type="title" idx="13"/>
          </p:nvPr>
        </p:nvSpPr>
        <p:spPr>
          <a:xfrm>
            <a:off x="6437293" y="2228000"/>
            <a:ext cx="1244400" cy="1091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167" name="Google Shape;167;p16"/>
          <p:cNvSpPr txBox="1">
            <a:spLocks noGrp="1"/>
          </p:cNvSpPr>
          <p:nvPr>
            <p:ph type="title" idx="14"/>
          </p:nvPr>
        </p:nvSpPr>
        <p:spPr>
          <a:xfrm>
            <a:off x="474675" y="467679"/>
            <a:ext cx="3593100" cy="10083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500"/>
              <a:buNone/>
              <a:defRPr sz="1500">
                <a:solidFill>
                  <a:schemeClr val="accent6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500"/>
              <a:buNone/>
              <a:defRPr sz="15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500"/>
              <a:buNone/>
              <a:defRPr sz="15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500"/>
              <a:buNone/>
              <a:defRPr sz="15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500"/>
              <a:buNone/>
              <a:defRPr sz="15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500"/>
              <a:buNone/>
              <a:defRPr sz="15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500"/>
              <a:buNone/>
              <a:defRPr sz="15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500"/>
              <a:buNone/>
              <a:defRPr sz="15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500"/>
              <a:buNone/>
              <a:defRPr sz="15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- Alt 13">
  <p:cSld name="BLANK_1_1_1_1_1_1_1_1_1_1_1_1_1_1_2">
    <p:bg>
      <p:bgPr>
        <a:solidFill>
          <a:schemeClr val="lt1"/>
        </a:solidFill>
        <a:effectLst/>
      </p:bgPr>
    </p:bg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7"/>
          <p:cNvSpPr/>
          <p:nvPr/>
        </p:nvSpPr>
        <p:spPr>
          <a:xfrm>
            <a:off x="2070256" y="436468"/>
            <a:ext cx="4729500" cy="4415700"/>
          </a:xfrm>
          <a:prstGeom prst="snip1Rect">
            <a:avLst>
              <a:gd name="adj" fmla="val 12424"/>
            </a:avLst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170" name="Google Shape;170;p17"/>
          <p:cNvSpPr/>
          <p:nvPr/>
        </p:nvSpPr>
        <p:spPr>
          <a:xfrm>
            <a:off x="847072" y="436468"/>
            <a:ext cx="4729500" cy="4415700"/>
          </a:xfrm>
          <a:prstGeom prst="snip1Rect">
            <a:avLst>
              <a:gd name="adj" fmla="val 12424"/>
            </a:avLst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171" name="Google Shape;171;p17"/>
          <p:cNvSpPr/>
          <p:nvPr/>
        </p:nvSpPr>
        <p:spPr>
          <a:xfrm>
            <a:off x="203824" y="436468"/>
            <a:ext cx="4729500" cy="4415700"/>
          </a:xfrm>
          <a:prstGeom prst="snip1Rect">
            <a:avLst>
              <a:gd name="adj" fmla="val 12424"/>
            </a:avLst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172" name="Google Shape;172;p17"/>
          <p:cNvSpPr/>
          <p:nvPr/>
        </p:nvSpPr>
        <p:spPr>
          <a:xfrm>
            <a:off x="0" y="432050"/>
            <a:ext cx="4665600" cy="4689000"/>
          </a:xfrm>
          <a:prstGeom prst="snip1Rect">
            <a:avLst>
              <a:gd name="adj" fmla="val 1153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173" name="Google Shape;173;p17"/>
          <p:cNvSpPr txBox="1">
            <a:spLocks noGrp="1"/>
          </p:cNvSpPr>
          <p:nvPr>
            <p:ph type="title"/>
          </p:nvPr>
        </p:nvSpPr>
        <p:spPr>
          <a:xfrm>
            <a:off x="443725" y="920775"/>
            <a:ext cx="3730500" cy="10959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>
            <a:endParaRPr/>
          </a:p>
        </p:txBody>
      </p:sp>
      <p:sp>
        <p:nvSpPr>
          <p:cNvPr id="174" name="Google Shape;174;p17"/>
          <p:cNvSpPr/>
          <p:nvPr/>
        </p:nvSpPr>
        <p:spPr>
          <a:xfrm>
            <a:off x="24725" y="2393073"/>
            <a:ext cx="9144000" cy="2750400"/>
          </a:xfrm>
          <a:prstGeom prst="snip1Rect">
            <a:avLst>
              <a:gd name="adj" fmla="val 15953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175" name="Google Shape;175;p17"/>
          <p:cNvSpPr/>
          <p:nvPr/>
        </p:nvSpPr>
        <p:spPr>
          <a:xfrm>
            <a:off x="0" y="2393075"/>
            <a:ext cx="3186600" cy="27504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176" name="Google Shape;176;p17"/>
          <p:cNvSpPr txBox="1">
            <a:spLocks noGrp="1"/>
          </p:cNvSpPr>
          <p:nvPr>
            <p:ph type="title" idx="2"/>
          </p:nvPr>
        </p:nvSpPr>
        <p:spPr>
          <a:xfrm>
            <a:off x="507250" y="2657169"/>
            <a:ext cx="2344800" cy="4461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Quantico"/>
              <a:buNone/>
              <a:defRPr sz="1200" b="1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1300" b="1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1300" b="1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1300" b="1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1300" b="1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1300" b="1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1300" b="1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1300" b="1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1300" b="1"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177" name="Google Shape;177;p17"/>
          <p:cNvSpPr txBox="1">
            <a:spLocks noGrp="1"/>
          </p:cNvSpPr>
          <p:nvPr>
            <p:ph type="title" idx="3"/>
          </p:nvPr>
        </p:nvSpPr>
        <p:spPr>
          <a:xfrm>
            <a:off x="454725" y="1387875"/>
            <a:ext cx="3109200" cy="7080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400"/>
              <a:buFont typeface="Lato"/>
              <a:buNone/>
              <a:defRPr sz="16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400"/>
              <a:buFont typeface="Lato"/>
              <a:buNone/>
              <a:defRPr sz="16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400"/>
              <a:buFont typeface="Lato"/>
              <a:buNone/>
              <a:defRPr sz="16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400"/>
              <a:buFont typeface="Lato"/>
              <a:buNone/>
              <a:defRPr sz="16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400"/>
              <a:buFont typeface="Lato"/>
              <a:buNone/>
              <a:defRPr sz="16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400"/>
              <a:buFont typeface="Lato"/>
              <a:buNone/>
              <a:defRPr sz="16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400"/>
              <a:buFont typeface="Lato"/>
              <a:buNone/>
              <a:defRPr sz="16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400"/>
              <a:buFont typeface="Lato"/>
              <a:buNone/>
              <a:defRPr sz="16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400"/>
              <a:buFont typeface="Lato"/>
              <a:buNone/>
              <a:defRPr sz="16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178" name="Google Shape;178;p17"/>
          <p:cNvSpPr txBox="1">
            <a:spLocks noGrp="1"/>
          </p:cNvSpPr>
          <p:nvPr>
            <p:ph type="title" idx="4"/>
          </p:nvPr>
        </p:nvSpPr>
        <p:spPr>
          <a:xfrm>
            <a:off x="507250" y="3648688"/>
            <a:ext cx="2137800" cy="5745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sz="1300" b="1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sz="1300" b="1"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sz="1300" b="1"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sz="1300" b="1"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sz="1300" b="1"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sz="1300" b="1"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sz="1300" b="1"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sz="1300" b="1"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sz="1300" b="1">
                <a:latin typeface="Quantico"/>
                <a:ea typeface="Quantico"/>
                <a:cs typeface="Quantico"/>
                <a:sym typeface="Quantico"/>
              </a:defRPr>
            </a:lvl9pPr>
          </a:lstStyle>
          <a:p>
            <a:endParaRPr/>
          </a:p>
        </p:txBody>
      </p:sp>
      <p:sp>
        <p:nvSpPr>
          <p:cNvPr id="179" name="Google Shape;179;p17"/>
          <p:cNvSpPr txBox="1">
            <a:spLocks noGrp="1"/>
          </p:cNvSpPr>
          <p:nvPr>
            <p:ph type="title" idx="5"/>
          </p:nvPr>
        </p:nvSpPr>
        <p:spPr>
          <a:xfrm>
            <a:off x="507250" y="3960850"/>
            <a:ext cx="2242500" cy="7080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180" name="Google Shape;180;p17"/>
          <p:cNvSpPr txBox="1">
            <a:spLocks noGrp="1"/>
          </p:cNvSpPr>
          <p:nvPr>
            <p:ph type="title" idx="6"/>
          </p:nvPr>
        </p:nvSpPr>
        <p:spPr>
          <a:xfrm>
            <a:off x="507250" y="2950200"/>
            <a:ext cx="2242500" cy="6435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181" name="Google Shape;181;p17"/>
          <p:cNvSpPr txBox="1">
            <a:spLocks noGrp="1"/>
          </p:cNvSpPr>
          <p:nvPr>
            <p:ph type="title" idx="7"/>
          </p:nvPr>
        </p:nvSpPr>
        <p:spPr>
          <a:xfrm>
            <a:off x="5654225" y="2657175"/>
            <a:ext cx="961200" cy="4098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Quantico"/>
              <a:buNone/>
              <a:defRPr sz="1200" b="1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sz="1300" b="1"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sz="1300" b="1"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sz="1300" b="1"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sz="1300" b="1"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sz="1300" b="1"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sz="1300" b="1"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sz="1300" b="1"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sz="1300" b="1">
                <a:latin typeface="Quantico"/>
                <a:ea typeface="Quantico"/>
                <a:cs typeface="Quantico"/>
                <a:sym typeface="Quantico"/>
              </a:defRPr>
            </a:lvl9pPr>
          </a:lstStyle>
          <a:p>
            <a:endParaRPr/>
          </a:p>
        </p:txBody>
      </p:sp>
      <p:sp>
        <p:nvSpPr>
          <p:cNvPr id="182" name="Google Shape;182;p17"/>
          <p:cNvSpPr txBox="1">
            <a:spLocks noGrp="1"/>
          </p:cNvSpPr>
          <p:nvPr>
            <p:ph type="title" idx="8"/>
          </p:nvPr>
        </p:nvSpPr>
        <p:spPr>
          <a:xfrm>
            <a:off x="7295800" y="2657175"/>
            <a:ext cx="1109100" cy="4098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Quantico"/>
              <a:buNone/>
              <a:defRPr sz="1200" b="1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sz="1300" b="1"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sz="1300" b="1"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sz="1300" b="1"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sz="1300" b="1"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sz="1300" b="1"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sz="1300" b="1"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sz="1300" b="1"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sz="1300" b="1">
                <a:latin typeface="Quantico"/>
                <a:ea typeface="Quantico"/>
                <a:cs typeface="Quantico"/>
                <a:sym typeface="Quantico"/>
              </a:defRPr>
            </a:lvl9pPr>
          </a:lstStyle>
          <a:p>
            <a:endParaRPr/>
          </a:p>
        </p:txBody>
      </p:sp>
      <p:sp>
        <p:nvSpPr>
          <p:cNvPr id="183" name="Google Shape;183;p17"/>
          <p:cNvSpPr txBox="1">
            <a:spLocks noGrp="1"/>
          </p:cNvSpPr>
          <p:nvPr>
            <p:ph type="title" idx="9"/>
          </p:nvPr>
        </p:nvSpPr>
        <p:spPr>
          <a:xfrm>
            <a:off x="3958525" y="2657175"/>
            <a:ext cx="1003500" cy="4098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Quantico"/>
              <a:buNone/>
              <a:defRPr sz="1200" b="1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sz="1300" b="1"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sz="1300" b="1"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sz="1300" b="1"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sz="1300" b="1"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sz="1300" b="1"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sz="1300" b="1"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sz="1300" b="1"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sz="1300" b="1">
                <a:latin typeface="Quantico"/>
                <a:ea typeface="Quantico"/>
                <a:cs typeface="Quantico"/>
                <a:sym typeface="Quantico"/>
              </a:defRPr>
            </a:lvl9pPr>
          </a:lstStyle>
          <a:p>
            <a:endParaRPr/>
          </a:p>
        </p:txBody>
      </p:sp>
      <p:sp>
        <p:nvSpPr>
          <p:cNvPr id="184" name="Google Shape;184;p17"/>
          <p:cNvSpPr txBox="1">
            <a:spLocks noGrp="1"/>
          </p:cNvSpPr>
          <p:nvPr>
            <p:ph type="title" idx="13"/>
          </p:nvPr>
        </p:nvSpPr>
        <p:spPr>
          <a:xfrm>
            <a:off x="3477950" y="3170975"/>
            <a:ext cx="1583400" cy="6435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185" name="Google Shape;185;p17"/>
          <p:cNvSpPr txBox="1">
            <a:spLocks noGrp="1"/>
          </p:cNvSpPr>
          <p:nvPr>
            <p:ph type="title" idx="14"/>
          </p:nvPr>
        </p:nvSpPr>
        <p:spPr>
          <a:xfrm>
            <a:off x="5156125" y="3170975"/>
            <a:ext cx="1551600" cy="5745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186" name="Google Shape;186;p17"/>
          <p:cNvSpPr txBox="1">
            <a:spLocks noGrp="1"/>
          </p:cNvSpPr>
          <p:nvPr>
            <p:ph type="title" idx="15"/>
          </p:nvPr>
        </p:nvSpPr>
        <p:spPr>
          <a:xfrm>
            <a:off x="6837850" y="3170975"/>
            <a:ext cx="2022000" cy="15960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187" name="Google Shape;187;p17"/>
          <p:cNvSpPr txBox="1">
            <a:spLocks noGrp="1"/>
          </p:cNvSpPr>
          <p:nvPr>
            <p:ph type="title" idx="16"/>
          </p:nvPr>
        </p:nvSpPr>
        <p:spPr>
          <a:xfrm>
            <a:off x="3624875" y="4016425"/>
            <a:ext cx="1436400" cy="7506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188" name="Google Shape;188;p17"/>
          <p:cNvSpPr txBox="1">
            <a:spLocks noGrp="1"/>
          </p:cNvSpPr>
          <p:nvPr>
            <p:ph type="title" idx="17"/>
          </p:nvPr>
        </p:nvSpPr>
        <p:spPr>
          <a:xfrm>
            <a:off x="5303050" y="4016425"/>
            <a:ext cx="1404600" cy="7506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- Alt 14">
  <p:cSld name="CUSTOM_5_1">
    <p:bg>
      <p:bgPr>
        <a:solidFill>
          <a:schemeClr val="lt1"/>
        </a:solidFill>
        <a:effectLst/>
      </p:bgPr>
    </p:bg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8"/>
          <p:cNvSpPr/>
          <p:nvPr/>
        </p:nvSpPr>
        <p:spPr>
          <a:xfrm>
            <a:off x="1067025" y="437190"/>
            <a:ext cx="7197300" cy="3865800"/>
          </a:xfrm>
          <a:prstGeom prst="snip1Rect">
            <a:avLst>
              <a:gd name="adj" fmla="val 11506"/>
            </a:avLst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191" name="Google Shape;191;p18"/>
          <p:cNvSpPr/>
          <p:nvPr/>
        </p:nvSpPr>
        <p:spPr>
          <a:xfrm>
            <a:off x="1491600" y="1330871"/>
            <a:ext cx="7197300" cy="3674400"/>
          </a:xfrm>
          <a:prstGeom prst="snip1Rect">
            <a:avLst>
              <a:gd name="adj" fmla="val 11506"/>
            </a:avLst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192" name="Google Shape;192;p18"/>
          <p:cNvSpPr/>
          <p:nvPr/>
        </p:nvSpPr>
        <p:spPr>
          <a:xfrm>
            <a:off x="114875" y="875230"/>
            <a:ext cx="7197300" cy="3977100"/>
          </a:xfrm>
          <a:prstGeom prst="snip1Rect">
            <a:avLst>
              <a:gd name="adj" fmla="val 11506"/>
            </a:avLst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193" name="Google Shape;193;p18"/>
          <p:cNvSpPr/>
          <p:nvPr/>
        </p:nvSpPr>
        <p:spPr>
          <a:xfrm>
            <a:off x="-8050" y="432050"/>
            <a:ext cx="3686700" cy="4689000"/>
          </a:xfrm>
          <a:prstGeom prst="snip1Rect">
            <a:avLst>
              <a:gd name="adj" fmla="val 1153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194" name="Google Shape;194;p18"/>
          <p:cNvSpPr txBox="1">
            <a:spLocks noGrp="1"/>
          </p:cNvSpPr>
          <p:nvPr>
            <p:ph type="title"/>
          </p:nvPr>
        </p:nvSpPr>
        <p:spPr>
          <a:xfrm>
            <a:off x="451900" y="843775"/>
            <a:ext cx="2968200" cy="10398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>
            <a:endParaRPr/>
          </a:p>
        </p:txBody>
      </p:sp>
      <p:sp>
        <p:nvSpPr>
          <p:cNvPr id="195" name="Google Shape;195;p18"/>
          <p:cNvSpPr txBox="1">
            <a:spLocks noGrp="1"/>
          </p:cNvSpPr>
          <p:nvPr>
            <p:ph type="subTitle" idx="1"/>
          </p:nvPr>
        </p:nvSpPr>
        <p:spPr>
          <a:xfrm>
            <a:off x="478650" y="2476500"/>
            <a:ext cx="1374300" cy="4167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96" name="Google Shape;196;p18"/>
          <p:cNvSpPr txBox="1">
            <a:spLocks noGrp="1"/>
          </p:cNvSpPr>
          <p:nvPr>
            <p:ph type="title" idx="2"/>
          </p:nvPr>
        </p:nvSpPr>
        <p:spPr>
          <a:xfrm>
            <a:off x="488175" y="2044800"/>
            <a:ext cx="1452000" cy="3720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Quantico"/>
              <a:buNone/>
              <a:defRPr sz="1400" b="1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1700" b="1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1700" b="1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1700" b="1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1700" b="1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1700" b="1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1700" b="1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1700" b="1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1700" b="1"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197" name="Google Shape;197;p18"/>
          <p:cNvSpPr txBox="1">
            <a:spLocks noGrp="1"/>
          </p:cNvSpPr>
          <p:nvPr>
            <p:ph type="subTitle" idx="3"/>
          </p:nvPr>
        </p:nvSpPr>
        <p:spPr>
          <a:xfrm>
            <a:off x="2102625" y="2476488"/>
            <a:ext cx="1374300" cy="4167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98" name="Google Shape;198;p18"/>
          <p:cNvSpPr txBox="1">
            <a:spLocks noGrp="1"/>
          </p:cNvSpPr>
          <p:nvPr>
            <p:ph type="title" idx="4"/>
          </p:nvPr>
        </p:nvSpPr>
        <p:spPr>
          <a:xfrm>
            <a:off x="2102625" y="2044800"/>
            <a:ext cx="1582500" cy="3720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Quantico"/>
              <a:buNone/>
              <a:defRPr sz="1400" b="1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1700" b="1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1700" b="1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1700" b="1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1700" b="1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1700" b="1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1700" b="1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1700" b="1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1700" b="1"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199" name="Google Shape;199;p18"/>
          <p:cNvSpPr txBox="1">
            <a:spLocks noGrp="1"/>
          </p:cNvSpPr>
          <p:nvPr>
            <p:ph type="subTitle" idx="5"/>
          </p:nvPr>
        </p:nvSpPr>
        <p:spPr>
          <a:xfrm>
            <a:off x="3875050" y="2476488"/>
            <a:ext cx="1374300" cy="4167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00" name="Google Shape;200;p18"/>
          <p:cNvSpPr txBox="1">
            <a:spLocks noGrp="1"/>
          </p:cNvSpPr>
          <p:nvPr>
            <p:ph type="title" idx="6"/>
          </p:nvPr>
        </p:nvSpPr>
        <p:spPr>
          <a:xfrm>
            <a:off x="3875051" y="2044800"/>
            <a:ext cx="1557900" cy="3720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Quantico"/>
              <a:buNone/>
              <a:defRPr sz="1400" b="1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1700" b="1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1700" b="1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1700" b="1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1700" b="1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1700" b="1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1700" b="1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1700" b="1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1700" b="1"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201" name="Google Shape;201;p18"/>
          <p:cNvSpPr txBox="1">
            <a:spLocks noGrp="1"/>
          </p:cNvSpPr>
          <p:nvPr>
            <p:ph type="subTitle" idx="7"/>
          </p:nvPr>
        </p:nvSpPr>
        <p:spPr>
          <a:xfrm>
            <a:off x="5618263" y="2476488"/>
            <a:ext cx="1374300" cy="4167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02" name="Google Shape;202;p18"/>
          <p:cNvSpPr txBox="1">
            <a:spLocks noGrp="1"/>
          </p:cNvSpPr>
          <p:nvPr>
            <p:ph type="title" idx="8"/>
          </p:nvPr>
        </p:nvSpPr>
        <p:spPr>
          <a:xfrm>
            <a:off x="5618275" y="2044800"/>
            <a:ext cx="1557900" cy="3720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Quantico"/>
              <a:buNone/>
              <a:defRPr sz="1400" b="1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1700" b="1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1700" b="1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1700" b="1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1700" b="1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1700" b="1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1700" b="1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1700" b="1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1700" b="1"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203" name="Google Shape;203;p18"/>
          <p:cNvSpPr txBox="1">
            <a:spLocks noGrp="1"/>
          </p:cNvSpPr>
          <p:nvPr>
            <p:ph type="subTitle" idx="9"/>
          </p:nvPr>
        </p:nvSpPr>
        <p:spPr>
          <a:xfrm>
            <a:off x="7354438" y="2476488"/>
            <a:ext cx="1374300" cy="4167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04" name="Google Shape;204;p18"/>
          <p:cNvSpPr txBox="1">
            <a:spLocks noGrp="1"/>
          </p:cNvSpPr>
          <p:nvPr>
            <p:ph type="title" idx="13"/>
          </p:nvPr>
        </p:nvSpPr>
        <p:spPr>
          <a:xfrm>
            <a:off x="7354449" y="2044799"/>
            <a:ext cx="1797600" cy="3720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Quantico"/>
              <a:buNone/>
              <a:defRPr sz="1400" b="1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1700" b="1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1700" b="1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1700" b="1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1700" b="1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1700" b="1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1700" b="1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1700" b="1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1700" b="1"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205" name="Google Shape;205;p18"/>
          <p:cNvSpPr txBox="1">
            <a:spLocks noGrp="1"/>
          </p:cNvSpPr>
          <p:nvPr>
            <p:ph type="subTitle" idx="14"/>
          </p:nvPr>
        </p:nvSpPr>
        <p:spPr>
          <a:xfrm>
            <a:off x="478650" y="3104100"/>
            <a:ext cx="1452000" cy="6123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06" name="Google Shape;206;p18"/>
          <p:cNvSpPr txBox="1">
            <a:spLocks noGrp="1"/>
          </p:cNvSpPr>
          <p:nvPr>
            <p:ph type="subTitle" idx="15"/>
          </p:nvPr>
        </p:nvSpPr>
        <p:spPr>
          <a:xfrm>
            <a:off x="2102625" y="3104100"/>
            <a:ext cx="1582500" cy="6420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07" name="Google Shape;207;p18"/>
          <p:cNvSpPr txBox="1">
            <a:spLocks noGrp="1"/>
          </p:cNvSpPr>
          <p:nvPr>
            <p:ph type="subTitle" idx="16"/>
          </p:nvPr>
        </p:nvSpPr>
        <p:spPr>
          <a:xfrm>
            <a:off x="5618275" y="3104109"/>
            <a:ext cx="1238400" cy="7323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08" name="Google Shape;208;p18"/>
          <p:cNvSpPr txBox="1">
            <a:spLocks noGrp="1"/>
          </p:cNvSpPr>
          <p:nvPr>
            <p:ph type="subTitle" idx="17"/>
          </p:nvPr>
        </p:nvSpPr>
        <p:spPr>
          <a:xfrm>
            <a:off x="7354450" y="3104109"/>
            <a:ext cx="1238400" cy="7323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09" name="Google Shape;209;p18"/>
          <p:cNvSpPr txBox="1">
            <a:spLocks noGrp="1"/>
          </p:cNvSpPr>
          <p:nvPr>
            <p:ph type="subTitle" idx="18"/>
          </p:nvPr>
        </p:nvSpPr>
        <p:spPr>
          <a:xfrm>
            <a:off x="625400" y="3960650"/>
            <a:ext cx="1139700" cy="7323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●"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○"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■"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●"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○"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■"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●"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○"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200"/>
              <a:buFont typeface="Lato"/>
              <a:buChar char="■"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10" name="Google Shape;210;p18"/>
          <p:cNvSpPr txBox="1">
            <a:spLocks noGrp="1"/>
          </p:cNvSpPr>
          <p:nvPr>
            <p:ph type="subTitle" idx="19"/>
          </p:nvPr>
        </p:nvSpPr>
        <p:spPr>
          <a:xfrm>
            <a:off x="2239700" y="3960657"/>
            <a:ext cx="1139700" cy="8133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11" name="Google Shape;211;p18"/>
          <p:cNvSpPr txBox="1">
            <a:spLocks noGrp="1"/>
          </p:cNvSpPr>
          <p:nvPr>
            <p:ph type="subTitle" idx="20"/>
          </p:nvPr>
        </p:nvSpPr>
        <p:spPr>
          <a:xfrm>
            <a:off x="4021800" y="3960660"/>
            <a:ext cx="1139700" cy="8970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12" name="Google Shape;212;p18"/>
          <p:cNvSpPr txBox="1">
            <a:spLocks noGrp="1"/>
          </p:cNvSpPr>
          <p:nvPr>
            <p:ph type="subTitle" idx="21"/>
          </p:nvPr>
        </p:nvSpPr>
        <p:spPr>
          <a:xfrm>
            <a:off x="5765025" y="3960650"/>
            <a:ext cx="1411200" cy="8970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13" name="Google Shape;213;p18"/>
          <p:cNvSpPr txBox="1">
            <a:spLocks noGrp="1"/>
          </p:cNvSpPr>
          <p:nvPr>
            <p:ph type="subTitle" idx="22"/>
          </p:nvPr>
        </p:nvSpPr>
        <p:spPr>
          <a:xfrm>
            <a:off x="7491550" y="3960657"/>
            <a:ext cx="1139700" cy="7743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14" name="Google Shape;214;p18"/>
          <p:cNvSpPr txBox="1">
            <a:spLocks noGrp="1"/>
          </p:cNvSpPr>
          <p:nvPr>
            <p:ph type="subTitle" idx="23"/>
          </p:nvPr>
        </p:nvSpPr>
        <p:spPr>
          <a:xfrm>
            <a:off x="3875050" y="3104100"/>
            <a:ext cx="1557900" cy="7323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o-to-market ideas - ALT 1">
  <p:cSld name="CUSTOM_5_1_1_1_4"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9"/>
          <p:cNvSpPr>
            <a:spLocks noGrp="1"/>
          </p:cNvSpPr>
          <p:nvPr>
            <p:ph type="pic" idx="2"/>
          </p:nvPr>
        </p:nvSpPr>
        <p:spPr>
          <a:xfrm>
            <a:off x="-1600" y="1969350"/>
            <a:ext cx="9144000" cy="3174600"/>
          </a:xfrm>
          <a:prstGeom prst="snip1Rect">
            <a:avLst>
              <a:gd name="adj" fmla="val 19548"/>
            </a:avLst>
          </a:prstGeom>
          <a:noFill/>
          <a:ln>
            <a:noFill/>
          </a:ln>
        </p:spPr>
      </p:sp>
      <p:sp>
        <p:nvSpPr>
          <p:cNvPr id="217" name="Google Shape;217;p19"/>
          <p:cNvSpPr txBox="1">
            <a:spLocks noGrp="1"/>
          </p:cNvSpPr>
          <p:nvPr>
            <p:ph type="title"/>
          </p:nvPr>
        </p:nvSpPr>
        <p:spPr>
          <a:xfrm>
            <a:off x="525425" y="2247450"/>
            <a:ext cx="1624500" cy="160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sz="1300" b="1"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sz="1300" b="1"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sz="1300" b="1"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sz="1300" b="1"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sz="1300" b="1"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sz="1300" b="1"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sz="1300" b="1"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sz="1300" b="1"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sz="1300" b="1"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218" name="Google Shape;218;p19"/>
          <p:cNvSpPr txBox="1">
            <a:spLocks noGrp="1"/>
          </p:cNvSpPr>
          <p:nvPr>
            <p:ph type="body" idx="1"/>
          </p:nvPr>
        </p:nvSpPr>
        <p:spPr>
          <a:xfrm>
            <a:off x="525425" y="2446425"/>
            <a:ext cx="1624500" cy="8697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Autofit/>
          </a:bodyPr>
          <a:lstStyle>
            <a:lvl1pPr marL="457200" lvl="0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1pPr>
            <a:lvl2pPr marL="914400" lvl="1" indent="-2921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2pPr>
            <a:lvl3pPr marL="1371600" lvl="2" indent="-2921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3pPr>
            <a:lvl4pPr marL="1828800" lvl="3" indent="-2921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4pPr>
            <a:lvl5pPr marL="2286000" lvl="4" indent="-2921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5pPr>
            <a:lvl6pPr marL="2743200" lvl="5" indent="-2921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6pPr>
            <a:lvl7pPr marL="3200400" lvl="6" indent="-2921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7pPr>
            <a:lvl8pPr marL="3657600" lvl="7" indent="-2921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8pPr>
            <a:lvl9pPr marL="4114800" lvl="8" indent="-29210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19" name="Google Shape;219;p19"/>
          <p:cNvSpPr txBox="1">
            <a:spLocks noGrp="1"/>
          </p:cNvSpPr>
          <p:nvPr>
            <p:ph type="title" idx="3"/>
          </p:nvPr>
        </p:nvSpPr>
        <p:spPr>
          <a:xfrm>
            <a:off x="2409625" y="2247450"/>
            <a:ext cx="1624500" cy="160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sz="1300" b="1"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sz="1300" b="1"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sz="1300" b="1"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sz="1300" b="1"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sz="1300" b="1"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sz="1300" b="1"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sz="1300" b="1"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sz="1300" b="1"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sz="1300" b="1"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220" name="Google Shape;220;p19"/>
          <p:cNvSpPr txBox="1">
            <a:spLocks noGrp="1"/>
          </p:cNvSpPr>
          <p:nvPr>
            <p:ph type="body" idx="4"/>
          </p:nvPr>
        </p:nvSpPr>
        <p:spPr>
          <a:xfrm>
            <a:off x="2409625" y="2446425"/>
            <a:ext cx="1624500" cy="8697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Autofit/>
          </a:bodyPr>
          <a:lstStyle>
            <a:lvl1pPr marL="457200" lvl="0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1pPr>
            <a:lvl2pPr marL="914400" lvl="1" indent="-2921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2pPr>
            <a:lvl3pPr marL="1371600" lvl="2" indent="-2921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3pPr>
            <a:lvl4pPr marL="1828800" lvl="3" indent="-2921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4pPr>
            <a:lvl5pPr marL="2286000" lvl="4" indent="-2921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5pPr>
            <a:lvl6pPr marL="2743200" lvl="5" indent="-2921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6pPr>
            <a:lvl7pPr marL="3200400" lvl="6" indent="-2921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7pPr>
            <a:lvl8pPr marL="3657600" lvl="7" indent="-2921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8pPr>
            <a:lvl9pPr marL="4114800" lvl="8" indent="-29210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21" name="Google Shape;221;p19"/>
          <p:cNvSpPr txBox="1">
            <a:spLocks noGrp="1"/>
          </p:cNvSpPr>
          <p:nvPr>
            <p:ph type="title" idx="5"/>
          </p:nvPr>
        </p:nvSpPr>
        <p:spPr>
          <a:xfrm>
            <a:off x="4293825" y="2247450"/>
            <a:ext cx="1624500" cy="160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sz="1300" b="1"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sz="1300" b="1"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sz="1300" b="1"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sz="1300" b="1"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sz="1300" b="1"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sz="1300" b="1"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sz="1300" b="1"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sz="1300" b="1"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sz="1300" b="1"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222" name="Google Shape;222;p19"/>
          <p:cNvSpPr txBox="1">
            <a:spLocks noGrp="1"/>
          </p:cNvSpPr>
          <p:nvPr>
            <p:ph type="body" idx="6"/>
          </p:nvPr>
        </p:nvSpPr>
        <p:spPr>
          <a:xfrm>
            <a:off x="4293825" y="2446425"/>
            <a:ext cx="1624500" cy="8697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Autofit/>
          </a:bodyPr>
          <a:lstStyle>
            <a:lvl1pPr marL="457200" lvl="0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1pPr>
            <a:lvl2pPr marL="914400" lvl="1" indent="-2921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2pPr>
            <a:lvl3pPr marL="1371600" lvl="2" indent="-2921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3pPr>
            <a:lvl4pPr marL="1828800" lvl="3" indent="-2921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4pPr>
            <a:lvl5pPr marL="2286000" lvl="4" indent="-2921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5pPr>
            <a:lvl6pPr marL="2743200" lvl="5" indent="-2921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6pPr>
            <a:lvl7pPr marL="3200400" lvl="6" indent="-2921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7pPr>
            <a:lvl8pPr marL="3657600" lvl="7" indent="-2921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8pPr>
            <a:lvl9pPr marL="4114800" lvl="8" indent="-29210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23" name="Google Shape;223;p19"/>
          <p:cNvSpPr txBox="1">
            <a:spLocks noGrp="1"/>
          </p:cNvSpPr>
          <p:nvPr>
            <p:ph type="title" idx="7"/>
          </p:nvPr>
        </p:nvSpPr>
        <p:spPr>
          <a:xfrm>
            <a:off x="6178025" y="2247450"/>
            <a:ext cx="1624500" cy="160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sz="1300" b="1"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sz="1300" b="1"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sz="1300" b="1"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sz="1300" b="1"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sz="1300" b="1"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sz="1300" b="1"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sz="1300" b="1"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sz="1300" b="1"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sz="1300" b="1"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224" name="Google Shape;224;p19"/>
          <p:cNvSpPr txBox="1">
            <a:spLocks noGrp="1"/>
          </p:cNvSpPr>
          <p:nvPr>
            <p:ph type="body" idx="8"/>
          </p:nvPr>
        </p:nvSpPr>
        <p:spPr>
          <a:xfrm>
            <a:off x="6178025" y="2446425"/>
            <a:ext cx="1624500" cy="8697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Autofit/>
          </a:bodyPr>
          <a:lstStyle>
            <a:lvl1pPr marL="457200" lvl="0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1pPr>
            <a:lvl2pPr marL="914400" lvl="1" indent="-2921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2pPr>
            <a:lvl3pPr marL="1371600" lvl="2" indent="-2921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3pPr>
            <a:lvl4pPr marL="1828800" lvl="3" indent="-2921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4pPr>
            <a:lvl5pPr marL="2286000" lvl="4" indent="-2921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5pPr>
            <a:lvl6pPr marL="2743200" lvl="5" indent="-2921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6pPr>
            <a:lvl7pPr marL="3200400" lvl="6" indent="-2921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7pPr>
            <a:lvl8pPr marL="3657600" lvl="7" indent="-2921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8pPr>
            <a:lvl9pPr marL="4114800" lvl="8" indent="-29210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25" name="Google Shape;225;p19"/>
          <p:cNvSpPr txBox="1">
            <a:spLocks noGrp="1"/>
          </p:cNvSpPr>
          <p:nvPr>
            <p:ph type="subTitle" idx="9"/>
          </p:nvPr>
        </p:nvSpPr>
        <p:spPr>
          <a:xfrm>
            <a:off x="2409625" y="3381375"/>
            <a:ext cx="1624500" cy="1579200"/>
          </a:xfrm>
          <a:prstGeom prst="rect">
            <a:avLst/>
          </a:prstGeom>
        </p:spPr>
        <p:txBody>
          <a:bodyPr spcFirstLastPara="1" wrap="square" lIns="274300" tIns="91425" rIns="91425" bIns="91425" anchor="t" anchorCtr="0">
            <a:noAutofit/>
          </a:bodyPr>
          <a:lstStyle>
            <a:lvl1pPr lvl="0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antico"/>
              <a:buNone/>
              <a:defRPr sz="1400"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>
            <a:endParaRPr/>
          </a:p>
        </p:txBody>
      </p:sp>
      <p:sp>
        <p:nvSpPr>
          <p:cNvPr id="226" name="Google Shape;226;p19"/>
          <p:cNvSpPr txBox="1">
            <a:spLocks noGrp="1"/>
          </p:cNvSpPr>
          <p:nvPr>
            <p:ph type="subTitle" idx="13"/>
          </p:nvPr>
        </p:nvSpPr>
        <p:spPr>
          <a:xfrm>
            <a:off x="525425" y="3381375"/>
            <a:ext cx="1624500" cy="1579200"/>
          </a:xfrm>
          <a:prstGeom prst="rect">
            <a:avLst/>
          </a:prstGeom>
        </p:spPr>
        <p:txBody>
          <a:bodyPr spcFirstLastPara="1" wrap="square" lIns="274300" tIns="91425" rIns="91425" bIns="91425" anchor="t" anchorCtr="0">
            <a:noAutofit/>
          </a:bodyPr>
          <a:lstStyle>
            <a:lvl1pPr lvl="0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antico"/>
              <a:buNone/>
              <a:defRPr sz="1400"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>
            <a:endParaRPr/>
          </a:p>
        </p:txBody>
      </p:sp>
      <p:sp>
        <p:nvSpPr>
          <p:cNvPr id="227" name="Google Shape;227;p19"/>
          <p:cNvSpPr txBox="1">
            <a:spLocks noGrp="1"/>
          </p:cNvSpPr>
          <p:nvPr>
            <p:ph type="subTitle" idx="14"/>
          </p:nvPr>
        </p:nvSpPr>
        <p:spPr>
          <a:xfrm>
            <a:off x="4293825" y="3381375"/>
            <a:ext cx="1624500" cy="1579200"/>
          </a:xfrm>
          <a:prstGeom prst="rect">
            <a:avLst/>
          </a:prstGeom>
        </p:spPr>
        <p:txBody>
          <a:bodyPr spcFirstLastPara="1" wrap="square" lIns="274300" tIns="91425" rIns="91425" bIns="91425" anchor="t" anchorCtr="0">
            <a:noAutofit/>
          </a:bodyPr>
          <a:lstStyle>
            <a:lvl1pPr lvl="0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antico"/>
              <a:buNone/>
              <a:defRPr sz="1400"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>
            <a:endParaRPr/>
          </a:p>
        </p:txBody>
      </p:sp>
      <p:sp>
        <p:nvSpPr>
          <p:cNvPr id="228" name="Google Shape;228;p19"/>
          <p:cNvSpPr txBox="1">
            <a:spLocks noGrp="1"/>
          </p:cNvSpPr>
          <p:nvPr>
            <p:ph type="subTitle" idx="15"/>
          </p:nvPr>
        </p:nvSpPr>
        <p:spPr>
          <a:xfrm>
            <a:off x="6178025" y="3381375"/>
            <a:ext cx="1624500" cy="1579200"/>
          </a:xfrm>
          <a:prstGeom prst="rect">
            <a:avLst/>
          </a:prstGeom>
        </p:spPr>
        <p:txBody>
          <a:bodyPr spcFirstLastPara="1" wrap="square" lIns="274300" tIns="91425" rIns="91425" bIns="91425" anchor="t" anchorCtr="0">
            <a:noAutofit/>
          </a:bodyPr>
          <a:lstStyle>
            <a:lvl1pPr lvl="0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antico"/>
              <a:buNone/>
              <a:defRPr sz="1400"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>
            <a:endParaRPr/>
          </a:p>
        </p:txBody>
      </p:sp>
      <p:sp>
        <p:nvSpPr>
          <p:cNvPr id="229" name="Google Shape;229;p19"/>
          <p:cNvSpPr txBox="1">
            <a:spLocks noGrp="1"/>
          </p:cNvSpPr>
          <p:nvPr>
            <p:ph type="title" idx="16"/>
          </p:nvPr>
        </p:nvSpPr>
        <p:spPr>
          <a:xfrm>
            <a:off x="439550" y="765750"/>
            <a:ext cx="5045700" cy="10398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9pPr>
          </a:lstStyle>
          <a:p>
            <a:endParaRPr/>
          </a:p>
        </p:txBody>
      </p:sp>
      <p:sp>
        <p:nvSpPr>
          <p:cNvPr id="230" name="Google Shape;230;p19"/>
          <p:cNvSpPr txBox="1">
            <a:spLocks noGrp="1"/>
          </p:cNvSpPr>
          <p:nvPr>
            <p:ph type="subTitle" idx="17"/>
          </p:nvPr>
        </p:nvSpPr>
        <p:spPr>
          <a:xfrm>
            <a:off x="446900" y="397650"/>
            <a:ext cx="5344500" cy="5745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ato"/>
              <a:buNone/>
              <a:defRPr sz="1600">
                <a:solidFill>
                  <a:schemeClr val="dk1"/>
                </a:solidFill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ato"/>
              <a:buNone/>
              <a:defRPr sz="1600">
                <a:solidFill>
                  <a:schemeClr val="dk1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ato"/>
              <a:buNone/>
              <a:defRPr sz="1600">
                <a:solidFill>
                  <a:schemeClr val="dk1"/>
                </a:solidFill>
              </a:defRPr>
            </a:lvl3pPr>
            <a:lvl4pPr lvl="3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ato"/>
              <a:buNone/>
              <a:defRPr sz="1600">
                <a:solidFill>
                  <a:schemeClr val="dk1"/>
                </a:solidFill>
              </a:defRPr>
            </a:lvl4pPr>
            <a:lvl5pPr lvl="4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ato"/>
              <a:buNone/>
              <a:defRPr sz="1600">
                <a:solidFill>
                  <a:schemeClr val="dk1"/>
                </a:solidFill>
              </a:defRPr>
            </a:lvl5pPr>
            <a:lvl6pPr lvl="5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ato"/>
              <a:buNone/>
              <a:defRPr sz="1600">
                <a:solidFill>
                  <a:schemeClr val="dk1"/>
                </a:solidFill>
              </a:defRPr>
            </a:lvl6pPr>
            <a:lvl7pPr lvl="6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ato"/>
              <a:buNone/>
              <a:defRPr sz="1600">
                <a:solidFill>
                  <a:schemeClr val="dk1"/>
                </a:solidFill>
              </a:defRPr>
            </a:lvl7pPr>
            <a:lvl8pPr lvl="7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ato"/>
              <a:buNone/>
              <a:defRPr sz="1600">
                <a:solidFill>
                  <a:schemeClr val="dk1"/>
                </a:solidFill>
              </a:defRPr>
            </a:lvl8pPr>
            <a:lvl9pPr lvl="8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700"/>
              <a:buFont typeface="Lato"/>
              <a:buNone/>
              <a:defRPr sz="16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o-to-market ideas - ALT 4">
  <p:cSld name="CUSTOM_5_1_1_1_1">
    <p:bg>
      <p:bgPr>
        <a:solidFill>
          <a:schemeClr val="lt1"/>
        </a:solidFill>
        <a:effectLst/>
      </p:bgPr>
    </p:bg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20"/>
          <p:cNvSpPr txBox="1"/>
          <p:nvPr/>
        </p:nvSpPr>
        <p:spPr>
          <a:xfrm>
            <a:off x="8578200" y="4960647"/>
            <a:ext cx="2811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fld id="{00000000-1234-1234-1234-123412341234}" type="slidenum">
              <a:rPr lang="en" sz="5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‹#›</a:t>
            </a:fld>
            <a:endParaRPr sz="5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</a:pPr>
            <a:endParaRPr sz="5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</a:pPr>
            <a:endParaRPr sz="5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33" name="Google Shape;233;p20"/>
          <p:cNvSpPr txBox="1">
            <a:spLocks noGrp="1"/>
          </p:cNvSpPr>
          <p:nvPr>
            <p:ph type="title"/>
          </p:nvPr>
        </p:nvSpPr>
        <p:spPr>
          <a:xfrm>
            <a:off x="439550" y="765750"/>
            <a:ext cx="5045700" cy="10398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>
            <a:endParaRPr/>
          </a:p>
        </p:txBody>
      </p:sp>
      <p:sp>
        <p:nvSpPr>
          <p:cNvPr id="234" name="Google Shape;234;p20"/>
          <p:cNvSpPr txBox="1">
            <a:spLocks noGrp="1"/>
          </p:cNvSpPr>
          <p:nvPr>
            <p:ph type="subTitle" idx="1"/>
          </p:nvPr>
        </p:nvSpPr>
        <p:spPr>
          <a:xfrm>
            <a:off x="446900" y="397650"/>
            <a:ext cx="5344500" cy="5745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3pPr>
            <a:lvl4pPr lvl="3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4pPr>
            <a:lvl5pPr lvl="4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5pPr>
            <a:lvl6pPr lvl="5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6pPr>
            <a:lvl7pPr lvl="6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7pPr>
            <a:lvl8pPr lvl="7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8pPr>
            <a:lvl9pPr lvl="8"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9pPr>
          </a:lstStyle>
          <a:p>
            <a:endParaRPr/>
          </a:p>
        </p:txBody>
      </p:sp>
      <p:sp>
        <p:nvSpPr>
          <p:cNvPr id="235" name="Google Shape;235;p20"/>
          <p:cNvSpPr txBox="1">
            <a:spLocks noGrp="1"/>
          </p:cNvSpPr>
          <p:nvPr>
            <p:ph type="title" idx="2"/>
          </p:nvPr>
        </p:nvSpPr>
        <p:spPr>
          <a:xfrm>
            <a:off x="602600" y="2574475"/>
            <a:ext cx="1336800" cy="410100"/>
          </a:xfrm>
          <a:prstGeom prst="rect">
            <a:avLst/>
          </a:prstGeom>
        </p:spPr>
        <p:txBody>
          <a:bodyPr spcFirstLastPara="1" wrap="square" lIns="0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>
            <a:endParaRPr/>
          </a:p>
        </p:txBody>
      </p:sp>
      <p:sp>
        <p:nvSpPr>
          <p:cNvPr id="236" name="Google Shape;236;p20"/>
          <p:cNvSpPr txBox="1">
            <a:spLocks noGrp="1"/>
          </p:cNvSpPr>
          <p:nvPr>
            <p:ph type="body" idx="3"/>
          </p:nvPr>
        </p:nvSpPr>
        <p:spPr>
          <a:xfrm>
            <a:off x="602600" y="3034200"/>
            <a:ext cx="1336800" cy="14160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marL="457200" lvl="0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marL="914400" lvl="1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marL="1371600" lvl="2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marL="1828800" lvl="3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marL="2286000" lvl="4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marL="2743200" lvl="5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marL="3200400" lvl="6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marL="3657600" lvl="7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marL="4114800" lvl="8" indent="-2921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>
            <a:endParaRPr/>
          </a:p>
        </p:txBody>
      </p:sp>
      <p:sp>
        <p:nvSpPr>
          <p:cNvPr id="237" name="Google Shape;237;p20"/>
          <p:cNvSpPr txBox="1">
            <a:spLocks noGrp="1"/>
          </p:cNvSpPr>
          <p:nvPr>
            <p:ph type="title" idx="4"/>
          </p:nvPr>
        </p:nvSpPr>
        <p:spPr>
          <a:xfrm>
            <a:off x="2253138" y="2574475"/>
            <a:ext cx="1336800" cy="410100"/>
          </a:xfrm>
          <a:prstGeom prst="rect">
            <a:avLst/>
          </a:prstGeom>
        </p:spPr>
        <p:txBody>
          <a:bodyPr spcFirstLastPara="1" wrap="square" lIns="0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>
            <a:endParaRPr/>
          </a:p>
        </p:txBody>
      </p:sp>
      <p:sp>
        <p:nvSpPr>
          <p:cNvPr id="238" name="Google Shape;238;p20"/>
          <p:cNvSpPr txBox="1">
            <a:spLocks noGrp="1"/>
          </p:cNvSpPr>
          <p:nvPr>
            <p:ph type="body" idx="5"/>
          </p:nvPr>
        </p:nvSpPr>
        <p:spPr>
          <a:xfrm>
            <a:off x="2253138" y="3034200"/>
            <a:ext cx="1336800" cy="14160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marL="457200" lvl="0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marL="914400" lvl="1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marL="1371600" lvl="2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marL="1828800" lvl="3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marL="2286000" lvl="4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marL="2743200" lvl="5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marL="3200400" lvl="6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marL="3657600" lvl="7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marL="4114800" lvl="8" indent="-2921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>
            <a:endParaRPr/>
          </a:p>
        </p:txBody>
      </p:sp>
      <p:sp>
        <p:nvSpPr>
          <p:cNvPr id="239" name="Google Shape;239;p20"/>
          <p:cNvSpPr txBox="1">
            <a:spLocks noGrp="1"/>
          </p:cNvSpPr>
          <p:nvPr>
            <p:ph type="title" idx="6"/>
          </p:nvPr>
        </p:nvSpPr>
        <p:spPr>
          <a:xfrm>
            <a:off x="3903575" y="2574475"/>
            <a:ext cx="1336800" cy="410100"/>
          </a:xfrm>
          <a:prstGeom prst="rect">
            <a:avLst/>
          </a:prstGeom>
        </p:spPr>
        <p:txBody>
          <a:bodyPr spcFirstLastPara="1" wrap="square" lIns="0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>
            <a:endParaRPr/>
          </a:p>
        </p:txBody>
      </p:sp>
      <p:sp>
        <p:nvSpPr>
          <p:cNvPr id="240" name="Google Shape;240;p20"/>
          <p:cNvSpPr txBox="1">
            <a:spLocks noGrp="1"/>
          </p:cNvSpPr>
          <p:nvPr>
            <p:ph type="body" idx="7"/>
          </p:nvPr>
        </p:nvSpPr>
        <p:spPr>
          <a:xfrm>
            <a:off x="3903575" y="3034200"/>
            <a:ext cx="1336800" cy="14160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marL="457200" lvl="0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marL="914400" lvl="1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marL="1371600" lvl="2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marL="1828800" lvl="3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marL="2286000" lvl="4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marL="2743200" lvl="5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marL="3200400" lvl="6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marL="3657600" lvl="7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marL="4114800" lvl="8" indent="-2921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>
            <a:endParaRPr/>
          </a:p>
        </p:txBody>
      </p:sp>
      <p:sp>
        <p:nvSpPr>
          <p:cNvPr id="241" name="Google Shape;241;p20"/>
          <p:cNvSpPr txBox="1">
            <a:spLocks noGrp="1"/>
          </p:cNvSpPr>
          <p:nvPr>
            <p:ph type="title" idx="8"/>
          </p:nvPr>
        </p:nvSpPr>
        <p:spPr>
          <a:xfrm>
            <a:off x="5554050" y="2574475"/>
            <a:ext cx="1336800" cy="410100"/>
          </a:xfrm>
          <a:prstGeom prst="rect">
            <a:avLst/>
          </a:prstGeom>
        </p:spPr>
        <p:txBody>
          <a:bodyPr spcFirstLastPara="1" wrap="square" lIns="0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>
            <a:endParaRPr/>
          </a:p>
        </p:txBody>
      </p:sp>
      <p:sp>
        <p:nvSpPr>
          <p:cNvPr id="242" name="Google Shape;242;p20"/>
          <p:cNvSpPr txBox="1">
            <a:spLocks noGrp="1"/>
          </p:cNvSpPr>
          <p:nvPr>
            <p:ph type="body" idx="9"/>
          </p:nvPr>
        </p:nvSpPr>
        <p:spPr>
          <a:xfrm>
            <a:off x="5554050" y="3034200"/>
            <a:ext cx="1336800" cy="14160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marL="457200" lvl="0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marL="914400" lvl="1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marL="1371600" lvl="2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marL="1828800" lvl="3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marL="2286000" lvl="4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marL="2743200" lvl="5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marL="3200400" lvl="6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marL="3657600" lvl="7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marL="4114800" lvl="8" indent="-2921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>
            <a:endParaRPr/>
          </a:p>
        </p:txBody>
      </p:sp>
      <p:sp>
        <p:nvSpPr>
          <p:cNvPr id="243" name="Google Shape;243;p20"/>
          <p:cNvSpPr txBox="1">
            <a:spLocks noGrp="1"/>
          </p:cNvSpPr>
          <p:nvPr>
            <p:ph type="title" idx="13"/>
          </p:nvPr>
        </p:nvSpPr>
        <p:spPr>
          <a:xfrm>
            <a:off x="7204500" y="2574475"/>
            <a:ext cx="1336800" cy="410100"/>
          </a:xfrm>
          <a:prstGeom prst="rect">
            <a:avLst/>
          </a:prstGeom>
        </p:spPr>
        <p:txBody>
          <a:bodyPr spcFirstLastPara="1" wrap="square" lIns="0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>
            <a:endParaRPr/>
          </a:p>
        </p:txBody>
      </p:sp>
      <p:sp>
        <p:nvSpPr>
          <p:cNvPr id="244" name="Google Shape;244;p20"/>
          <p:cNvSpPr txBox="1">
            <a:spLocks noGrp="1"/>
          </p:cNvSpPr>
          <p:nvPr>
            <p:ph type="body" idx="14"/>
          </p:nvPr>
        </p:nvSpPr>
        <p:spPr>
          <a:xfrm>
            <a:off x="7204500" y="3034200"/>
            <a:ext cx="1336800" cy="14160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marL="457200" lvl="0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marL="914400" lvl="1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marL="1371600" lvl="2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marL="1828800" lvl="3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marL="2286000" lvl="4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marL="2743200" lvl="5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marL="3200400" lvl="6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marL="3657600" lvl="7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marL="4114800" lvl="8" indent="-2921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big ideas - Alt 2">
  <p:cSld name="CUSTOM_3">
    <p:bg>
      <p:bgPr>
        <a:solidFill>
          <a:schemeClr val="accent4"/>
        </a:solidFill>
        <a:effectLst/>
      </p:bgPr>
    </p:bg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21"/>
          <p:cNvSpPr/>
          <p:nvPr/>
        </p:nvSpPr>
        <p:spPr>
          <a:xfrm>
            <a:off x="0" y="0"/>
            <a:ext cx="5521500" cy="51435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247" name="Google Shape;247;p21"/>
          <p:cNvSpPr txBox="1">
            <a:spLocks noGrp="1"/>
          </p:cNvSpPr>
          <p:nvPr>
            <p:ph type="subTitle" idx="1"/>
          </p:nvPr>
        </p:nvSpPr>
        <p:spPr>
          <a:xfrm>
            <a:off x="462950" y="419900"/>
            <a:ext cx="5344500" cy="5745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ato"/>
              <a:buNone/>
              <a:defRPr sz="1600">
                <a:solidFill>
                  <a:schemeClr val="dk1"/>
                </a:solidFill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ato"/>
              <a:buNone/>
              <a:defRPr sz="1600">
                <a:solidFill>
                  <a:schemeClr val="dk1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ato"/>
              <a:buNone/>
              <a:defRPr sz="1600">
                <a:solidFill>
                  <a:schemeClr val="dk1"/>
                </a:solidFill>
              </a:defRPr>
            </a:lvl3pPr>
            <a:lvl4pPr lvl="3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ato"/>
              <a:buNone/>
              <a:defRPr sz="1600">
                <a:solidFill>
                  <a:schemeClr val="dk1"/>
                </a:solidFill>
              </a:defRPr>
            </a:lvl4pPr>
            <a:lvl5pPr lvl="4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ato"/>
              <a:buNone/>
              <a:defRPr sz="1600">
                <a:solidFill>
                  <a:schemeClr val="dk1"/>
                </a:solidFill>
              </a:defRPr>
            </a:lvl5pPr>
            <a:lvl6pPr lvl="5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ato"/>
              <a:buNone/>
              <a:defRPr sz="1600">
                <a:solidFill>
                  <a:schemeClr val="dk1"/>
                </a:solidFill>
              </a:defRPr>
            </a:lvl6pPr>
            <a:lvl7pPr lvl="6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ato"/>
              <a:buNone/>
              <a:defRPr sz="1600">
                <a:solidFill>
                  <a:schemeClr val="dk1"/>
                </a:solidFill>
              </a:defRPr>
            </a:lvl7pPr>
            <a:lvl8pPr lvl="7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ato"/>
              <a:buNone/>
              <a:defRPr sz="1600">
                <a:solidFill>
                  <a:schemeClr val="dk1"/>
                </a:solidFill>
              </a:defRPr>
            </a:lvl8pPr>
            <a:lvl9pPr lvl="8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700"/>
              <a:buFont typeface="Lato"/>
              <a:buNone/>
              <a:defRPr sz="16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48" name="Google Shape;248;p21"/>
          <p:cNvSpPr txBox="1">
            <a:spLocks noGrp="1"/>
          </p:cNvSpPr>
          <p:nvPr>
            <p:ph type="title"/>
          </p:nvPr>
        </p:nvSpPr>
        <p:spPr>
          <a:xfrm>
            <a:off x="459325" y="1827800"/>
            <a:ext cx="3977700" cy="6111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249" name="Google Shape;249;p21"/>
          <p:cNvSpPr txBox="1">
            <a:spLocks noGrp="1"/>
          </p:cNvSpPr>
          <p:nvPr>
            <p:ph type="title" idx="2"/>
          </p:nvPr>
        </p:nvSpPr>
        <p:spPr>
          <a:xfrm>
            <a:off x="642250" y="2940425"/>
            <a:ext cx="1927500" cy="5745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>
                <a:latin typeface="Quantico"/>
                <a:ea typeface="Quantico"/>
                <a:cs typeface="Quantico"/>
                <a:sym typeface="Quantico"/>
              </a:defRPr>
            </a:lvl9pPr>
          </a:lstStyle>
          <a:p>
            <a:endParaRPr/>
          </a:p>
        </p:txBody>
      </p:sp>
      <p:sp>
        <p:nvSpPr>
          <p:cNvPr id="250" name="Google Shape;250;p21"/>
          <p:cNvSpPr txBox="1">
            <a:spLocks noGrp="1"/>
          </p:cNvSpPr>
          <p:nvPr>
            <p:ph type="title" idx="3"/>
          </p:nvPr>
        </p:nvSpPr>
        <p:spPr>
          <a:xfrm>
            <a:off x="639625" y="3619500"/>
            <a:ext cx="2212500" cy="11133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251" name="Google Shape;251;p21"/>
          <p:cNvSpPr txBox="1">
            <a:spLocks noGrp="1"/>
          </p:cNvSpPr>
          <p:nvPr>
            <p:ph type="title" idx="4"/>
          </p:nvPr>
        </p:nvSpPr>
        <p:spPr>
          <a:xfrm>
            <a:off x="3222225" y="2940425"/>
            <a:ext cx="1927500" cy="5745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>
                <a:latin typeface="Quantico"/>
                <a:ea typeface="Quantico"/>
                <a:cs typeface="Quantico"/>
                <a:sym typeface="Quantico"/>
              </a:defRPr>
            </a:lvl9pPr>
          </a:lstStyle>
          <a:p>
            <a:endParaRPr/>
          </a:p>
        </p:txBody>
      </p:sp>
      <p:sp>
        <p:nvSpPr>
          <p:cNvPr id="252" name="Google Shape;252;p21"/>
          <p:cNvSpPr txBox="1">
            <a:spLocks noGrp="1"/>
          </p:cNvSpPr>
          <p:nvPr>
            <p:ph type="title" idx="5"/>
          </p:nvPr>
        </p:nvSpPr>
        <p:spPr>
          <a:xfrm>
            <a:off x="3219600" y="3619500"/>
            <a:ext cx="2212500" cy="11133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253" name="Google Shape;253;p21"/>
          <p:cNvSpPr txBox="1">
            <a:spLocks noGrp="1"/>
          </p:cNvSpPr>
          <p:nvPr>
            <p:ph type="title" idx="6"/>
          </p:nvPr>
        </p:nvSpPr>
        <p:spPr>
          <a:xfrm>
            <a:off x="5807450" y="2940425"/>
            <a:ext cx="1927500" cy="5745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>
                <a:latin typeface="Quantico"/>
                <a:ea typeface="Quantico"/>
                <a:cs typeface="Quantico"/>
                <a:sym typeface="Quantico"/>
              </a:defRPr>
            </a:lvl9pPr>
          </a:lstStyle>
          <a:p>
            <a:endParaRPr/>
          </a:p>
        </p:txBody>
      </p:sp>
      <p:sp>
        <p:nvSpPr>
          <p:cNvPr id="254" name="Google Shape;254;p21"/>
          <p:cNvSpPr txBox="1">
            <a:spLocks noGrp="1"/>
          </p:cNvSpPr>
          <p:nvPr>
            <p:ph type="title" idx="7"/>
          </p:nvPr>
        </p:nvSpPr>
        <p:spPr>
          <a:xfrm>
            <a:off x="5804825" y="3619500"/>
            <a:ext cx="2212500" cy="11133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255" name="Google Shape;255;p21"/>
          <p:cNvSpPr txBox="1">
            <a:spLocks noGrp="1"/>
          </p:cNvSpPr>
          <p:nvPr>
            <p:ph type="title" idx="8"/>
          </p:nvPr>
        </p:nvSpPr>
        <p:spPr>
          <a:xfrm>
            <a:off x="459325" y="788000"/>
            <a:ext cx="4648200" cy="10398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o-to-market ideas - ALT 3">
  <p:cSld name="CUSTOM_5_1_1_1_2">
    <p:bg>
      <p:bgPr>
        <a:solidFill>
          <a:schemeClr val="lt1"/>
        </a:solidFill>
        <a:effectLst/>
      </p:bgPr>
    </p:bg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22"/>
          <p:cNvSpPr txBox="1"/>
          <p:nvPr/>
        </p:nvSpPr>
        <p:spPr>
          <a:xfrm>
            <a:off x="8578200" y="4960647"/>
            <a:ext cx="2811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fld id="{00000000-1234-1234-1234-123412341234}" type="slidenum">
              <a:rPr lang="en" sz="5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‹#›</a:t>
            </a:fld>
            <a:endParaRPr sz="5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</a:pPr>
            <a:endParaRPr sz="5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</a:pPr>
            <a:endParaRPr sz="5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58" name="Google Shape;258;p22"/>
          <p:cNvSpPr txBox="1">
            <a:spLocks noGrp="1"/>
          </p:cNvSpPr>
          <p:nvPr>
            <p:ph type="title"/>
          </p:nvPr>
        </p:nvSpPr>
        <p:spPr>
          <a:xfrm>
            <a:off x="439550" y="765750"/>
            <a:ext cx="5045700" cy="10398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>
            <a:endParaRPr/>
          </a:p>
        </p:txBody>
      </p:sp>
      <p:sp>
        <p:nvSpPr>
          <p:cNvPr id="259" name="Google Shape;259;p22"/>
          <p:cNvSpPr txBox="1">
            <a:spLocks noGrp="1"/>
          </p:cNvSpPr>
          <p:nvPr>
            <p:ph type="subTitle" idx="1"/>
          </p:nvPr>
        </p:nvSpPr>
        <p:spPr>
          <a:xfrm>
            <a:off x="446900" y="397650"/>
            <a:ext cx="5344500" cy="5745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3pPr>
            <a:lvl4pPr lvl="3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4pPr>
            <a:lvl5pPr lvl="4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5pPr>
            <a:lvl6pPr lvl="5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6pPr>
            <a:lvl7pPr lvl="6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7pPr>
            <a:lvl8pPr lvl="7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8pPr>
            <a:lvl9pPr lvl="8"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9pPr>
          </a:lstStyle>
          <a:p>
            <a:endParaRPr/>
          </a:p>
        </p:txBody>
      </p:sp>
      <p:sp>
        <p:nvSpPr>
          <p:cNvPr id="260" name="Google Shape;260;p22"/>
          <p:cNvSpPr txBox="1">
            <a:spLocks noGrp="1"/>
          </p:cNvSpPr>
          <p:nvPr>
            <p:ph type="title" idx="2"/>
          </p:nvPr>
        </p:nvSpPr>
        <p:spPr>
          <a:xfrm>
            <a:off x="423025" y="2331750"/>
            <a:ext cx="1600200" cy="252000"/>
          </a:xfrm>
          <a:prstGeom prst="rect">
            <a:avLst/>
          </a:prstGeom>
        </p:spPr>
        <p:txBody>
          <a:bodyPr spcFirstLastPara="1" wrap="square" lIns="0" tIns="0" rIns="91425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None/>
              <a:defRPr sz="12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>
            <a:endParaRPr/>
          </a:p>
        </p:txBody>
      </p:sp>
      <p:sp>
        <p:nvSpPr>
          <p:cNvPr id="261" name="Google Shape;261;p22"/>
          <p:cNvSpPr txBox="1">
            <a:spLocks noGrp="1"/>
          </p:cNvSpPr>
          <p:nvPr>
            <p:ph type="body" idx="3"/>
          </p:nvPr>
        </p:nvSpPr>
        <p:spPr>
          <a:xfrm>
            <a:off x="423025" y="2733050"/>
            <a:ext cx="1600200" cy="195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857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●"/>
              <a:defRPr sz="900">
                <a:solidFill>
                  <a:schemeClr val="accent6"/>
                </a:solidFill>
              </a:defRPr>
            </a:lvl1pPr>
            <a:lvl2pPr marL="914400" lvl="1" indent="-28575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○"/>
              <a:defRPr sz="900">
                <a:solidFill>
                  <a:schemeClr val="accent6"/>
                </a:solidFill>
              </a:defRPr>
            </a:lvl2pPr>
            <a:lvl3pPr marL="1371600" lvl="2" indent="-28575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■"/>
              <a:defRPr sz="900">
                <a:solidFill>
                  <a:schemeClr val="accent6"/>
                </a:solidFill>
              </a:defRPr>
            </a:lvl3pPr>
            <a:lvl4pPr marL="1828800" lvl="3" indent="-28575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●"/>
              <a:defRPr sz="900">
                <a:solidFill>
                  <a:schemeClr val="accent6"/>
                </a:solidFill>
              </a:defRPr>
            </a:lvl4pPr>
            <a:lvl5pPr marL="2286000" lvl="4" indent="-28575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○"/>
              <a:defRPr sz="900">
                <a:solidFill>
                  <a:schemeClr val="accent6"/>
                </a:solidFill>
              </a:defRPr>
            </a:lvl5pPr>
            <a:lvl6pPr marL="2743200" lvl="5" indent="-28575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■"/>
              <a:defRPr sz="900">
                <a:solidFill>
                  <a:schemeClr val="accent6"/>
                </a:solidFill>
              </a:defRPr>
            </a:lvl6pPr>
            <a:lvl7pPr marL="3200400" lvl="6" indent="-28575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●"/>
              <a:defRPr sz="900">
                <a:solidFill>
                  <a:schemeClr val="accent6"/>
                </a:solidFill>
              </a:defRPr>
            </a:lvl7pPr>
            <a:lvl8pPr marL="3657600" lvl="7" indent="-28575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○"/>
              <a:defRPr sz="900">
                <a:solidFill>
                  <a:schemeClr val="accent6"/>
                </a:solidFill>
              </a:defRPr>
            </a:lvl8pPr>
            <a:lvl9pPr marL="4114800" lvl="8" indent="-28575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900"/>
              <a:buChar char="■"/>
              <a:defRPr sz="900">
                <a:solidFill>
                  <a:schemeClr val="accent6"/>
                </a:solidFill>
              </a:defRPr>
            </a:lvl9pPr>
          </a:lstStyle>
          <a:p>
            <a:endParaRPr/>
          </a:p>
        </p:txBody>
      </p:sp>
      <p:sp>
        <p:nvSpPr>
          <p:cNvPr id="262" name="Google Shape;262;p22"/>
          <p:cNvSpPr txBox="1">
            <a:spLocks noGrp="1"/>
          </p:cNvSpPr>
          <p:nvPr>
            <p:ph type="title" idx="4"/>
          </p:nvPr>
        </p:nvSpPr>
        <p:spPr>
          <a:xfrm>
            <a:off x="2568575" y="2331750"/>
            <a:ext cx="1722300" cy="252000"/>
          </a:xfrm>
          <a:prstGeom prst="rect">
            <a:avLst/>
          </a:prstGeom>
        </p:spPr>
        <p:txBody>
          <a:bodyPr spcFirstLastPara="1" wrap="square" lIns="0" tIns="0" rIns="91425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None/>
              <a:defRPr sz="12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>
            <a:endParaRPr/>
          </a:p>
        </p:txBody>
      </p:sp>
      <p:sp>
        <p:nvSpPr>
          <p:cNvPr id="263" name="Google Shape;263;p22"/>
          <p:cNvSpPr txBox="1">
            <a:spLocks noGrp="1"/>
          </p:cNvSpPr>
          <p:nvPr>
            <p:ph type="body" idx="5"/>
          </p:nvPr>
        </p:nvSpPr>
        <p:spPr>
          <a:xfrm>
            <a:off x="2568575" y="2733050"/>
            <a:ext cx="1722300" cy="195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857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●"/>
              <a:defRPr sz="900">
                <a:solidFill>
                  <a:schemeClr val="accent6"/>
                </a:solidFill>
              </a:defRPr>
            </a:lvl1pPr>
            <a:lvl2pPr marL="914400" lvl="1" indent="-28575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○"/>
              <a:defRPr sz="900">
                <a:solidFill>
                  <a:schemeClr val="accent6"/>
                </a:solidFill>
              </a:defRPr>
            </a:lvl2pPr>
            <a:lvl3pPr marL="1371600" lvl="2" indent="-28575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■"/>
              <a:defRPr sz="900">
                <a:solidFill>
                  <a:schemeClr val="accent6"/>
                </a:solidFill>
              </a:defRPr>
            </a:lvl3pPr>
            <a:lvl4pPr marL="1828800" lvl="3" indent="-28575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●"/>
              <a:defRPr sz="900">
                <a:solidFill>
                  <a:schemeClr val="accent6"/>
                </a:solidFill>
              </a:defRPr>
            </a:lvl4pPr>
            <a:lvl5pPr marL="2286000" lvl="4" indent="-28575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○"/>
              <a:defRPr sz="900">
                <a:solidFill>
                  <a:schemeClr val="accent6"/>
                </a:solidFill>
              </a:defRPr>
            </a:lvl5pPr>
            <a:lvl6pPr marL="2743200" lvl="5" indent="-28575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■"/>
              <a:defRPr sz="900">
                <a:solidFill>
                  <a:schemeClr val="accent6"/>
                </a:solidFill>
              </a:defRPr>
            </a:lvl6pPr>
            <a:lvl7pPr marL="3200400" lvl="6" indent="-28575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●"/>
              <a:defRPr sz="900">
                <a:solidFill>
                  <a:schemeClr val="accent6"/>
                </a:solidFill>
              </a:defRPr>
            </a:lvl7pPr>
            <a:lvl8pPr marL="3657600" lvl="7" indent="-28575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○"/>
              <a:defRPr sz="900">
                <a:solidFill>
                  <a:schemeClr val="accent6"/>
                </a:solidFill>
              </a:defRPr>
            </a:lvl8pPr>
            <a:lvl9pPr marL="4114800" lvl="8" indent="-28575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900"/>
              <a:buChar char="■"/>
              <a:defRPr sz="900">
                <a:solidFill>
                  <a:schemeClr val="accent6"/>
                </a:solidFill>
              </a:defRPr>
            </a:lvl9pPr>
          </a:lstStyle>
          <a:p>
            <a:endParaRPr/>
          </a:p>
        </p:txBody>
      </p:sp>
      <p:sp>
        <p:nvSpPr>
          <p:cNvPr id="264" name="Google Shape;264;p22"/>
          <p:cNvSpPr txBox="1">
            <a:spLocks noGrp="1"/>
          </p:cNvSpPr>
          <p:nvPr>
            <p:ph type="title" idx="6"/>
          </p:nvPr>
        </p:nvSpPr>
        <p:spPr>
          <a:xfrm>
            <a:off x="4751950" y="2331750"/>
            <a:ext cx="1722300" cy="252000"/>
          </a:xfrm>
          <a:prstGeom prst="rect">
            <a:avLst/>
          </a:prstGeom>
        </p:spPr>
        <p:txBody>
          <a:bodyPr spcFirstLastPara="1" wrap="square" lIns="0" tIns="0" rIns="91425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None/>
              <a:defRPr sz="12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>
            <a:endParaRPr/>
          </a:p>
        </p:txBody>
      </p:sp>
      <p:sp>
        <p:nvSpPr>
          <p:cNvPr id="265" name="Google Shape;265;p22"/>
          <p:cNvSpPr txBox="1">
            <a:spLocks noGrp="1"/>
          </p:cNvSpPr>
          <p:nvPr>
            <p:ph type="body" idx="7"/>
          </p:nvPr>
        </p:nvSpPr>
        <p:spPr>
          <a:xfrm>
            <a:off x="4751950" y="2733050"/>
            <a:ext cx="1722300" cy="195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857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●"/>
              <a:defRPr sz="900">
                <a:solidFill>
                  <a:schemeClr val="accent6"/>
                </a:solidFill>
              </a:defRPr>
            </a:lvl1pPr>
            <a:lvl2pPr marL="914400" lvl="1" indent="-28575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○"/>
              <a:defRPr sz="900">
                <a:solidFill>
                  <a:schemeClr val="accent6"/>
                </a:solidFill>
              </a:defRPr>
            </a:lvl2pPr>
            <a:lvl3pPr marL="1371600" lvl="2" indent="-28575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■"/>
              <a:defRPr sz="900">
                <a:solidFill>
                  <a:schemeClr val="accent6"/>
                </a:solidFill>
              </a:defRPr>
            </a:lvl3pPr>
            <a:lvl4pPr marL="1828800" lvl="3" indent="-28575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●"/>
              <a:defRPr sz="900">
                <a:solidFill>
                  <a:schemeClr val="accent6"/>
                </a:solidFill>
              </a:defRPr>
            </a:lvl4pPr>
            <a:lvl5pPr marL="2286000" lvl="4" indent="-28575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○"/>
              <a:defRPr sz="900">
                <a:solidFill>
                  <a:schemeClr val="accent6"/>
                </a:solidFill>
              </a:defRPr>
            </a:lvl5pPr>
            <a:lvl6pPr marL="2743200" lvl="5" indent="-28575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■"/>
              <a:defRPr sz="900">
                <a:solidFill>
                  <a:schemeClr val="accent6"/>
                </a:solidFill>
              </a:defRPr>
            </a:lvl6pPr>
            <a:lvl7pPr marL="3200400" lvl="6" indent="-28575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●"/>
              <a:defRPr sz="900">
                <a:solidFill>
                  <a:schemeClr val="accent6"/>
                </a:solidFill>
              </a:defRPr>
            </a:lvl7pPr>
            <a:lvl8pPr marL="3657600" lvl="7" indent="-28575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○"/>
              <a:defRPr sz="900">
                <a:solidFill>
                  <a:schemeClr val="accent6"/>
                </a:solidFill>
              </a:defRPr>
            </a:lvl8pPr>
            <a:lvl9pPr marL="4114800" lvl="8" indent="-28575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900"/>
              <a:buChar char="■"/>
              <a:defRPr sz="900">
                <a:solidFill>
                  <a:schemeClr val="accent6"/>
                </a:solidFill>
              </a:defRPr>
            </a:lvl9pPr>
          </a:lstStyle>
          <a:p>
            <a:endParaRPr/>
          </a:p>
        </p:txBody>
      </p:sp>
      <p:sp>
        <p:nvSpPr>
          <p:cNvPr id="266" name="Google Shape;266;p22"/>
          <p:cNvSpPr txBox="1">
            <a:spLocks noGrp="1"/>
          </p:cNvSpPr>
          <p:nvPr>
            <p:ph type="title" idx="8"/>
          </p:nvPr>
        </p:nvSpPr>
        <p:spPr>
          <a:xfrm>
            <a:off x="6909425" y="2331750"/>
            <a:ext cx="1722300" cy="252000"/>
          </a:xfrm>
          <a:prstGeom prst="rect">
            <a:avLst/>
          </a:prstGeom>
        </p:spPr>
        <p:txBody>
          <a:bodyPr spcFirstLastPara="1" wrap="square" lIns="0" tIns="0" rIns="91425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None/>
              <a:defRPr sz="12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>
            <a:endParaRPr/>
          </a:p>
        </p:txBody>
      </p:sp>
      <p:sp>
        <p:nvSpPr>
          <p:cNvPr id="267" name="Google Shape;267;p22"/>
          <p:cNvSpPr txBox="1">
            <a:spLocks noGrp="1"/>
          </p:cNvSpPr>
          <p:nvPr>
            <p:ph type="body" idx="9"/>
          </p:nvPr>
        </p:nvSpPr>
        <p:spPr>
          <a:xfrm>
            <a:off x="6855900" y="2733050"/>
            <a:ext cx="1722300" cy="195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857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●"/>
              <a:defRPr sz="900">
                <a:solidFill>
                  <a:schemeClr val="accent6"/>
                </a:solidFill>
              </a:defRPr>
            </a:lvl1pPr>
            <a:lvl2pPr marL="914400" lvl="1" indent="-28575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○"/>
              <a:defRPr sz="900">
                <a:solidFill>
                  <a:schemeClr val="accent6"/>
                </a:solidFill>
              </a:defRPr>
            </a:lvl2pPr>
            <a:lvl3pPr marL="1371600" lvl="2" indent="-28575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■"/>
              <a:defRPr sz="900">
                <a:solidFill>
                  <a:schemeClr val="accent6"/>
                </a:solidFill>
              </a:defRPr>
            </a:lvl3pPr>
            <a:lvl4pPr marL="1828800" lvl="3" indent="-28575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●"/>
              <a:defRPr sz="900">
                <a:solidFill>
                  <a:schemeClr val="accent6"/>
                </a:solidFill>
              </a:defRPr>
            </a:lvl4pPr>
            <a:lvl5pPr marL="2286000" lvl="4" indent="-28575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○"/>
              <a:defRPr sz="900">
                <a:solidFill>
                  <a:schemeClr val="accent6"/>
                </a:solidFill>
              </a:defRPr>
            </a:lvl5pPr>
            <a:lvl6pPr marL="2743200" lvl="5" indent="-28575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■"/>
              <a:defRPr sz="900">
                <a:solidFill>
                  <a:schemeClr val="accent6"/>
                </a:solidFill>
              </a:defRPr>
            </a:lvl6pPr>
            <a:lvl7pPr marL="3200400" lvl="6" indent="-28575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●"/>
              <a:defRPr sz="900">
                <a:solidFill>
                  <a:schemeClr val="accent6"/>
                </a:solidFill>
              </a:defRPr>
            </a:lvl7pPr>
            <a:lvl8pPr marL="3657600" lvl="7" indent="-28575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○"/>
              <a:defRPr sz="900">
                <a:solidFill>
                  <a:schemeClr val="accent6"/>
                </a:solidFill>
              </a:defRPr>
            </a:lvl8pPr>
            <a:lvl9pPr marL="4114800" lvl="8" indent="-28575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900"/>
              <a:buChar char="■"/>
              <a:defRPr sz="900">
                <a:solidFill>
                  <a:schemeClr val="accent6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o-to-market ideas - ALT 2">
  <p:cSld name="CUSTOM_5_1_1_1_3">
    <p:bg>
      <p:bgPr>
        <a:solidFill>
          <a:schemeClr val="lt1"/>
        </a:solidFill>
        <a:effectLst/>
      </p:bgPr>
    </p:bg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23"/>
          <p:cNvSpPr txBox="1">
            <a:spLocks noGrp="1"/>
          </p:cNvSpPr>
          <p:nvPr>
            <p:ph type="title"/>
          </p:nvPr>
        </p:nvSpPr>
        <p:spPr>
          <a:xfrm>
            <a:off x="439550" y="765750"/>
            <a:ext cx="5045700" cy="10398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>
            <a:endParaRPr/>
          </a:p>
        </p:txBody>
      </p:sp>
      <p:sp>
        <p:nvSpPr>
          <p:cNvPr id="270" name="Google Shape;270;p23"/>
          <p:cNvSpPr txBox="1">
            <a:spLocks noGrp="1"/>
          </p:cNvSpPr>
          <p:nvPr>
            <p:ph type="subTitle" idx="1"/>
          </p:nvPr>
        </p:nvSpPr>
        <p:spPr>
          <a:xfrm>
            <a:off x="446900" y="397650"/>
            <a:ext cx="5344500" cy="5745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3pPr>
            <a:lvl4pPr lvl="3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4pPr>
            <a:lvl5pPr lvl="4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5pPr>
            <a:lvl6pPr lvl="5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6pPr>
            <a:lvl7pPr lvl="6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7pPr>
            <a:lvl8pPr lvl="7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8pPr>
            <a:lvl9pPr lvl="8"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9pPr>
          </a:lstStyle>
          <a:p>
            <a:endParaRPr/>
          </a:p>
        </p:txBody>
      </p:sp>
      <p:sp>
        <p:nvSpPr>
          <p:cNvPr id="271" name="Google Shape;271;p23"/>
          <p:cNvSpPr txBox="1">
            <a:spLocks noGrp="1"/>
          </p:cNvSpPr>
          <p:nvPr>
            <p:ph type="subTitle" idx="2"/>
          </p:nvPr>
        </p:nvSpPr>
        <p:spPr>
          <a:xfrm>
            <a:off x="705575" y="2387975"/>
            <a:ext cx="1236900" cy="391500"/>
          </a:xfrm>
          <a:prstGeom prst="rect">
            <a:avLst/>
          </a:prstGeom>
        </p:spPr>
        <p:txBody>
          <a:bodyPr spcFirstLastPara="1" wrap="square" lIns="0" tIns="0" rIns="91425" bIns="0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9pPr>
          </a:lstStyle>
          <a:p>
            <a:endParaRPr/>
          </a:p>
        </p:txBody>
      </p:sp>
      <p:sp>
        <p:nvSpPr>
          <p:cNvPr id="272" name="Google Shape;272;p23"/>
          <p:cNvSpPr txBox="1">
            <a:spLocks noGrp="1"/>
          </p:cNvSpPr>
          <p:nvPr>
            <p:ph type="subTitle" idx="3"/>
          </p:nvPr>
        </p:nvSpPr>
        <p:spPr>
          <a:xfrm>
            <a:off x="705575" y="2948575"/>
            <a:ext cx="1236900" cy="391500"/>
          </a:xfrm>
          <a:prstGeom prst="rect">
            <a:avLst/>
          </a:prstGeom>
        </p:spPr>
        <p:txBody>
          <a:bodyPr spcFirstLastPara="1" wrap="square" lIns="0" tIns="0" rIns="91425" bIns="0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9pPr>
          </a:lstStyle>
          <a:p>
            <a:endParaRPr/>
          </a:p>
        </p:txBody>
      </p:sp>
      <p:sp>
        <p:nvSpPr>
          <p:cNvPr id="273" name="Google Shape;273;p23"/>
          <p:cNvSpPr txBox="1">
            <a:spLocks noGrp="1"/>
          </p:cNvSpPr>
          <p:nvPr>
            <p:ph type="subTitle" idx="4"/>
          </p:nvPr>
        </p:nvSpPr>
        <p:spPr>
          <a:xfrm>
            <a:off x="705575" y="3518838"/>
            <a:ext cx="1236900" cy="391500"/>
          </a:xfrm>
          <a:prstGeom prst="rect">
            <a:avLst/>
          </a:prstGeom>
        </p:spPr>
        <p:txBody>
          <a:bodyPr spcFirstLastPara="1" wrap="square" lIns="0" tIns="0" rIns="91425" bIns="0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9pPr>
          </a:lstStyle>
          <a:p>
            <a:endParaRPr/>
          </a:p>
        </p:txBody>
      </p:sp>
      <p:sp>
        <p:nvSpPr>
          <p:cNvPr id="274" name="Google Shape;274;p23"/>
          <p:cNvSpPr txBox="1">
            <a:spLocks noGrp="1"/>
          </p:cNvSpPr>
          <p:nvPr>
            <p:ph type="subTitle" idx="5"/>
          </p:nvPr>
        </p:nvSpPr>
        <p:spPr>
          <a:xfrm>
            <a:off x="705575" y="4092600"/>
            <a:ext cx="1236900" cy="391500"/>
          </a:xfrm>
          <a:prstGeom prst="rect">
            <a:avLst/>
          </a:prstGeom>
        </p:spPr>
        <p:txBody>
          <a:bodyPr spcFirstLastPara="1" wrap="square" lIns="0" tIns="0" rIns="91425" bIns="0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9pPr>
          </a:lstStyle>
          <a:p>
            <a:endParaRPr/>
          </a:p>
        </p:txBody>
      </p:sp>
      <p:sp>
        <p:nvSpPr>
          <p:cNvPr id="275" name="Google Shape;275;p23"/>
          <p:cNvSpPr txBox="1">
            <a:spLocks noGrp="1"/>
          </p:cNvSpPr>
          <p:nvPr>
            <p:ph type="subTitle" idx="6"/>
          </p:nvPr>
        </p:nvSpPr>
        <p:spPr>
          <a:xfrm>
            <a:off x="705575" y="4654250"/>
            <a:ext cx="1236900" cy="391500"/>
          </a:xfrm>
          <a:prstGeom prst="rect">
            <a:avLst/>
          </a:prstGeom>
        </p:spPr>
        <p:txBody>
          <a:bodyPr spcFirstLastPara="1" wrap="square" lIns="0" tIns="0" rIns="91425" bIns="0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9pPr>
          </a:lstStyle>
          <a:p>
            <a:endParaRPr/>
          </a:p>
        </p:txBody>
      </p:sp>
      <p:sp>
        <p:nvSpPr>
          <p:cNvPr id="276" name="Google Shape;276;p23"/>
          <p:cNvSpPr txBox="1">
            <a:spLocks noGrp="1"/>
          </p:cNvSpPr>
          <p:nvPr>
            <p:ph type="body" idx="7"/>
          </p:nvPr>
        </p:nvSpPr>
        <p:spPr>
          <a:xfrm>
            <a:off x="5843600" y="4634675"/>
            <a:ext cx="2477100" cy="410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marL="914400" lvl="1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marL="1371600" lvl="2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marL="1828800" lvl="3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marL="2286000" lvl="4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marL="2743200" lvl="5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marL="3200400" lvl="6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marL="3657600" lvl="7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marL="4114800" lvl="8" indent="-2921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>
            <a:endParaRPr/>
          </a:p>
        </p:txBody>
      </p:sp>
      <p:sp>
        <p:nvSpPr>
          <p:cNvPr id="277" name="Google Shape;277;p23"/>
          <p:cNvSpPr txBox="1">
            <a:spLocks noGrp="1"/>
          </p:cNvSpPr>
          <p:nvPr>
            <p:ph type="body" idx="8"/>
          </p:nvPr>
        </p:nvSpPr>
        <p:spPr>
          <a:xfrm>
            <a:off x="5843600" y="4088050"/>
            <a:ext cx="2477100" cy="410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marL="914400" lvl="1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marL="1371600" lvl="2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marL="1828800" lvl="3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marL="2286000" lvl="4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marL="2743200" lvl="5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marL="3200400" lvl="6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marL="3657600" lvl="7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marL="4114800" lvl="8" indent="-2921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>
            <a:endParaRPr/>
          </a:p>
        </p:txBody>
      </p:sp>
      <p:sp>
        <p:nvSpPr>
          <p:cNvPr id="278" name="Google Shape;278;p23"/>
          <p:cNvSpPr txBox="1">
            <a:spLocks noGrp="1"/>
          </p:cNvSpPr>
          <p:nvPr>
            <p:ph type="body" idx="9"/>
          </p:nvPr>
        </p:nvSpPr>
        <p:spPr>
          <a:xfrm>
            <a:off x="5843600" y="3509538"/>
            <a:ext cx="2477100" cy="410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marL="914400" lvl="1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marL="1371600" lvl="2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marL="1828800" lvl="3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marL="2286000" lvl="4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marL="2743200" lvl="5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marL="3200400" lvl="6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marL="3657600" lvl="7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marL="4114800" lvl="8" indent="-2921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>
            <a:endParaRPr/>
          </a:p>
        </p:txBody>
      </p:sp>
      <p:sp>
        <p:nvSpPr>
          <p:cNvPr id="279" name="Google Shape;279;p23"/>
          <p:cNvSpPr txBox="1">
            <a:spLocks noGrp="1"/>
          </p:cNvSpPr>
          <p:nvPr>
            <p:ph type="body" idx="13"/>
          </p:nvPr>
        </p:nvSpPr>
        <p:spPr>
          <a:xfrm>
            <a:off x="5843600" y="2948725"/>
            <a:ext cx="2477100" cy="410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marL="914400" lvl="1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marL="1371600" lvl="2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marL="1828800" lvl="3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marL="2286000" lvl="4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marL="2743200" lvl="5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marL="3200400" lvl="6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marL="3657600" lvl="7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marL="4114800" lvl="8" indent="-2921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>
            <a:endParaRPr/>
          </a:p>
        </p:txBody>
      </p:sp>
      <p:sp>
        <p:nvSpPr>
          <p:cNvPr id="280" name="Google Shape;280;p23"/>
          <p:cNvSpPr txBox="1">
            <a:spLocks noGrp="1"/>
          </p:cNvSpPr>
          <p:nvPr>
            <p:ph type="title" idx="14"/>
          </p:nvPr>
        </p:nvSpPr>
        <p:spPr>
          <a:xfrm>
            <a:off x="523500" y="1876038"/>
            <a:ext cx="1419000" cy="33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9pPr>
          </a:lstStyle>
          <a:p>
            <a:endParaRPr/>
          </a:p>
        </p:txBody>
      </p:sp>
      <p:sp>
        <p:nvSpPr>
          <p:cNvPr id="281" name="Google Shape;281;p23"/>
          <p:cNvSpPr txBox="1">
            <a:spLocks noGrp="1"/>
          </p:cNvSpPr>
          <p:nvPr>
            <p:ph type="title" idx="15"/>
          </p:nvPr>
        </p:nvSpPr>
        <p:spPr>
          <a:xfrm>
            <a:off x="2227800" y="1876038"/>
            <a:ext cx="1419000" cy="33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9pPr>
          </a:lstStyle>
          <a:p>
            <a:endParaRPr/>
          </a:p>
        </p:txBody>
      </p:sp>
      <p:sp>
        <p:nvSpPr>
          <p:cNvPr id="282" name="Google Shape;282;p23"/>
          <p:cNvSpPr txBox="1">
            <a:spLocks noGrp="1"/>
          </p:cNvSpPr>
          <p:nvPr>
            <p:ph type="title" idx="16"/>
          </p:nvPr>
        </p:nvSpPr>
        <p:spPr>
          <a:xfrm>
            <a:off x="3932100" y="1876038"/>
            <a:ext cx="1419000" cy="33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9pPr>
          </a:lstStyle>
          <a:p>
            <a:endParaRPr/>
          </a:p>
        </p:txBody>
      </p:sp>
      <p:sp>
        <p:nvSpPr>
          <p:cNvPr id="283" name="Google Shape;283;p23"/>
          <p:cNvSpPr txBox="1">
            <a:spLocks noGrp="1"/>
          </p:cNvSpPr>
          <p:nvPr>
            <p:ph type="title" idx="17"/>
          </p:nvPr>
        </p:nvSpPr>
        <p:spPr>
          <a:xfrm>
            <a:off x="5845325" y="1876038"/>
            <a:ext cx="1419000" cy="33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9pPr>
          </a:lstStyle>
          <a:p>
            <a:endParaRPr/>
          </a:p>
        </p:txBody>
      </p:sp>
      <p:sp>
        <p:nvSpPr>
          <p:cNvPr id="284" name="Google Shape;284;p23"/>
          <p:cNvSpPr txBox="1">
            <a:spLocks noGrp="1"/>
          </p:cNvSpPr>
          <p:nvPr>
            <p:ph type="body" idx="18"/>
          </p:nvPr>
        </p:nvSpPr>
        <p:spPr>
          <a:xfrm>
            <a:off x="3930375" y="4634677"/>
            <a:ext cx="1753800" cy="410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marL="914400" lvl="1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marL="1371600" lvl="2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marL="1828800" lvl="3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marL="2286000" lvl="4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marL="2743200" lvl="5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marL="3200400" lvl="6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marL="3657600" lvl="7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marL="4114800" lvl="8" indent="-2921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>
            <a:endParaRPr/>
          </a:p>
        </p:txBody>
      </p:sp>
      <p:sp>
        <p:nvSpPr>
          <p:cNvPr id="285" name="Google Shape;285;p23"/>
          <p:cNvSpPr txBox="1">
            <a:spLocks noGrp="1"/>
          </p:cNvSpPr>
          <p:nvPr>
            <p:ph type="body" idx="19"/>
          </p:nvPr>
        </p:nvSpPr>
        <p:spPr>
          <a:xfrm>
            <a:off x="3930375" y="4088055"/>
            <a:ext cx="1753800" cy="410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marL="914400" lvl="1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marL="1371600" lvl="2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marL="1828800" lvl="3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marL="2286000" lvl="4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marL="2743200" lvl="5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marL="3200400" lvl="6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marL="3657600" lvl="7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marL="4114800" lvl="8" indent="-2921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>
            <a:endParaRPr/>
          </a:p>
        </p:txBody>
      </p:sp>
      <p:sp>
        <p:nvSpPr>
          <p:cNvPr id="286" name="Google Shape;286;p23"/>
          <p:cNvSpPr txBox="1">
            <a:spLocks noGrp="1"/>
          </p:cNvSpPr>
          <p:nvPr>
            <p:ph type="body" idx="20"/>
          </p:nvPr>
        </p:nvSpPr>
        <p:spPr>
          <a:xfrm>
            <a:off x="3930375" y="3509545"/>
            <a:ext cx="1753800" cy="410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marL="914400" lvl="1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marL="1371600" lvl="2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marL="1828800" lvl="3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marL="2286000" lvl="4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marL="2743200" lvl="5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marL="3200400" lvl="6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marL="3657600" lvl="7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marL="4114800" lvl="8" indent="-2921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>
            <a:endParaRPr/>
          </a:p>
        </p:txBody>
      </p:sp>
      <p:sp>
        <p:nvSpPr>
          <p:cNvPr id="287" name="Google Shape;287;p23"/>
          <p:cNvSpPr txBox="1">
            <a:spLocks noGrp="1"/>
          </p:cNvSpPr>
          <p:nvPr>
            <p:ph type="body" idx="21"/>
          </p:nvPr>
        </p:nvSpPr>
        <p:spPr>
          <a:xfrm>
            <a:off x="3930375" y="2948735"/>
            <a:ext cx="1753800" cy="410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marL="914400" lvl="1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marL="1371600" lvl="2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marL="1828800" lvl="3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marL="2286000" lvl="4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marL="2743200" lvl="5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marL="3200400" lvl="6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marL="3657600" lvl="7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marL="4114800" lvl="8" indent="-2921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>
            <a:endParaRPr/>
          </a:p>
        </p:txBody>
      </p:sp>
      <p:sp>
        <p:nvSpPr>
          <p:cNvPr id="288" name="Google Shape;288;p23"/>
          <p:cNvSpPr txBox="1">
            <a:spLocks noGrp="1"/>
          </p:cNvSpPr>
          <p:nvPr>
            <p:ph type="body" idx="22"/>
          </p:nvPr>
        </p:nvSpPr>
        <p:spPr>
          <a:xfrm>
            <a:off x="2226950" y="4634675"/>
            <a:ext cx="1662000" cy="410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marL="914400" lvl="1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marL="1371600" lvl="2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marL="1828800" lvl="3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marL="2286000" lvl="4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marL="2743200" lvl="5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marL="3200400" lvl="6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marL="3657600" lvl="7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marL="4114800" lvl="8" indent="-2921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>
            <a:endParaRPr/>
          </a:p>
        </p:txBody>
      </p:sp>
      <p:sp>
        <p:nvSpPr>
          <p:cNvPr id="289" name="Google Shape;289;p23"/>
          <p:cNvSpPr txBox="1">
            <a:spLocks noGrp="1"/>
          </p:cNvSpPr>
          <p:nvPr>
            <p:ph type="body" idx="23"/>
          </p:nvPr>
        </p:nvSpPr>
        <p:spPr>
          <a:xfrm>
            <a:off x="2226950" y="4088053"/>
            <a:ext cx="1662000" cy="410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marL="914400" lvl="1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marL="1371600" lvl="2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marL="1828800" lvl="3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marL="2286000" lvl="4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marL="2743200" lvl="5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marL="3200400" lvl="6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marL="3657600" lvl="7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marL="4114800" lvl="8" indent="-2921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>
            <a:endParaRPr/>
          </a:p>
        </p:txBody>
      </p:sp>
      <p:sp>
        <p:nvSpPr>
          <p:cNvPr id="290" name="Google Shape;290;p23"/>
          <p:cNvSpPr txBox="1">
            <a:spLocks noGrp="1"/>
          </p:cNvSpPr>
          <p:nvPr>
            <p:ph type="body" idx="24"/>
          </p:nvPr>
        </p:nvSpPr>
        <p:spPr>
          <a:xfrm>
            <a:off x="2226950" y="3509544"/>
            <a:ext cx="1662000" cy="410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marL="914400" lvl="1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marL="1371600" lvl="2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marL="1828800" lvl="3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marL="2286000" lvl="4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marL="2743200" lvl="5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marL="3200400" lvl="6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marL="3657600" lvl="7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marL="4114800" lvl="8" indent="-2921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>
            <a:endParaRPr/>
          </a:p>
        </p:txBody>
      </p:sp>
      <p:sp>
        <p:nvSpPr>
          <p:cNvPr id="291" name="Google Shape;291;p23"/>
          <p:cNvSpPr txBox="1">
            <a:spLocks noGrp="1"/>
          </p:cNvSpPr>
          <p:nvPr>
            <p:ph type="body" idx="25"/>
          </p:nvPr>
        </p:nvSpPr>
        <p:spPr>
          <a:xfrm>
            <a:off x="2226950" y="2948734"/>
            <a:ext cx="1662000" cy="410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marL="914400" lvl="1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marL="1371600" lvl="2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marL="1828800" lvl="3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marL="2286000" lvl="4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marL="2743200" lvl="5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marL="3200400" lvl="6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marL="3657600" lvl="7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marL="4114800" lvl="8" indent="-2921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>
            <a:endParaRPr/>
          </a:p>
        </p:txBody>
      </p:sp>
      <p:sp>
        <p:nvSpPr>
          <p:cNvPr id="292" name="Google Shape;292;p23"/>
          <p:cNvSpPr txBox="1">
            <a:spLocks noGrp="1"/>
          </p:cNvSpPr>
          <p:nvPr>
            <p:ph type="body" idx="26"/>
          </p:nvPr>
        </p:nvSpPr>
        <p:spPr>
          <a:xfrm>
            <a:off x="5843600" y="2388163"/>
            <a:ext cx="2477100" cy="410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marL="914400" lvl="1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marL="1371600" lvl="2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marL="1828800" lvl="3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marL="2286000" lvl="4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marL="2743200" lvl="5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marL="3200400" lvl="6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marL="3657600" lvl="7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marL="4114800" lvl="8" indent="-2921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>
            <a:endParaRPr/>
          </a:p>
        </p:txBody>
      </p:sp>
      <p:sp>
        <p:nvSpPr>
          <p:cNvPr id="293" name="Google Shape;293;p23"/>
          <p:cNvSpPr txBox="1">
            <a:spLocks noGrp="1"/>
          </p:cNvSpPr>
          <p:nvPr>
            <p:ph type="body" idx="27"/>
          </p:nvPr>
        </p:nvSpPr>
        <p:spPr>
          <a:xfrm>
            <a:off x="3930375" y="2388175"/>
            <a:ext cx="1753800" cy="410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marL="914400" lvl="1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marL="1371600" lvl="2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marL="1828800" lvl="3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marL="2286000" lvl="4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marL="2743200" lvl="5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marL="3200400" lvl="6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marL="3657600" lvl="7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marL="4114800" lvl="8" indent="-2921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>
            <a:endParaRPr/>
          </a:p>
        </p:txBody>
      </p:sp>
      <p:sp>
        <p:nvSpPr>
          <p:cNvPr id="294" name="Google Shape;294;p23"/>
          <p:cNvSpPr txBox="1">
            <a:spLocks noGrp="1"/>
          </p:cNvSpPr>
          <p:nvPr>
            <p:ph type="body" idx="28"/>
          </p:nvPr>
        </p:nvSpPr>
        <p:spPr>
          <a:xfrm>
            <a:off x="2226950" y="2388175"/>
            <a:ext cx="1662000" cy="410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marL="914400" lvl="1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marL="1371600" lvl="2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marL="1828800" lvl="3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marL="2286000" lvl="4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marL="2743200" lvl="5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marL="3200400" lvl="6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marL="3657600" lvl="7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marL="4114800" lvl="8" indent="-2921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- Alt 20">
  <p:cSld name="CUSTOM_2_1_1">
    <p:bg>
      <p:bgPr>
        <a:solidFill>
          <a:schemeClr val="lt1"/>
        </a:solidFill>
        <a:effectLst/>
      </p:bgPr>
    </p:bg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24"/>
          <p:cNvSpPr txBox="1">
            <a:spLocks noGrp="1"/>
          </p:cNvSpPr>
          <p:nvPr>
            <p:ph type="title"/>
          </p:nvPr>
        </p:nvSpPr>
        <p:spPr>
          <a:xfrm>
            <a:off x="5135225" y="2600350"/>
            <a:ext cx="554100" cy="3678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200" b="1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200" b="1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200" b="1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200" b="1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200" b="1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200" b="1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200" b="1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200" b="1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200" b="1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>
            <a:endParaRPr/>
          </a:p>
        </p:txBody>
      </p:sp>
      <p:sp>
        <p:nvSpPr>
          <p:cNvPr id="297" name="Google Shape;297;p24"/>
          <p:cNvSpPr txBox="1">
            <a:spLocks noGrp="1"/>
          </p:cNvSpPr>
          <p:nvPr>
            <p:ph type="title" idx="2"/>
          </p:nvPr>
        </p:nvSpPr>
        <p:spPr>
          <a:xfrm>
            <a:off x="5135225" y="3562743"/>
            <a:ext cx="554100" cy="3678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200" b="1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200" b="1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200" b="1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200" b="1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200" b="1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200" b="1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200" b="1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200" b="1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200" b="1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>
            <a:endParaRPr/>
          </a:p>
        </p:txBody>
      </p:sp>
      <p:sp>
        <p:nvSpPr>
          <p:cNvPr id="298" name="Google Shape;298;p24"/>
          <p:cNvSpPr txBox="1">
            <a:spLocks noGrp="1"/>
          </p:cNvSpPr>
          <p:nvPr>
            <p:ph type="title" idx="3"/>
          </p:nvPr>
        </p:nvSpPr>
        <p:spPr>
          <a:xfrm>
            <a:off x="5135225" y="4500074"/>
            <a:ext cx="554100" cy="3678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200" b="1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200" b="1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200" b="1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200" b="1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200" b="1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200" b="1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200" b="1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200" b="1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200" b="1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>
            <a:endParaRPr/>
          </a:p>
        </p:txBody>
      </p:sp>
      <p:sp>
        <p:nvSpPr>
          <p:cNvPr id="299" name="Google Shape;299;p24"/>
          <p:cNvSpPr txBox="1">
            <a:spLocks noGrp="1"/>
          </p:cNvSpPr>
          <p:nvPr>
            <p:ph type="title" idx="4"/>
          </p:nvPr>
        </p:nvSpPr>
        <p:spPr>
          <a:xfrm>
            <a:off x="439550" y="765750"/>
            <a:ext cx="5045700" cy="10398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>
            <a:endParaRPr/>
          </a:p>
        </p:txBody>
      </p:sp>
      <p:sp>
        <p:nvSpPr>
          <p:cNvPr id="300" name="Google Shape;300;p24"/>
          <p:cNvSpPr txBox="1">
            <a:spLocks noGrp="1"/>
          </p:cNvSpPr>
          <p:nvPr>
            <p:ph type="subTitle" idx="1"/>
          </p:nvPr>
        </p:nvSpPr>
        <p:spPr>
          <a:xfrm>
            <a:off x="446900" y="397650"/>
            <a:ext cx="5344500" cy="3099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3pPr>
            <a:lvl4pPr lvl="3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4pPr>
            <a:lvl5pPr lvl="4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5pPr>
            <a:lvl6pPr lvl="5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6pPr>
            <a:lvl7pPr lvl="6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7pPr>
            <a:lvl8pPr lvl="7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8pPr>
            <a:lvl9pPr lvl="8"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9pPr>
          </a:lstStyle>
          <a:p>
            <a:endParaRPr/>
          </a:p>
        </p:txBody>
      </p:sp>
      <p:sp>
        <p:nvSpPr>
          <p:cNvPr id="301" name="Google Shape;301;p24"/>
          <p:cNvSpPr txBox="1">
            <a:spLocks noGrp="1"/>
          </p:cNvSpPr>
          <p:nvPr>
            <p:ph type="body" idx="5"/>
          </p:nvPr>
        </p:nvSpPr>
        <p:spPr>
          <a:xfrm>
            <a:off x="5761162" y="2472057"/>
            <a:ext cx="2955900" cy="518400"/>
          </a:xfrm>
          <a:prstGeom prst="rect">
            <a:avLst/>
          </a:prstGeom>
        </p:spPr>
        <p:txBody>
          <a:bodyPr spcFirstLastPara="1" wrap="square" lIns="0" tIns="0" rIns="91425" bIns="0" anchor="ctr" anchorCtr="0">
            <a:noAutofit/>
          </a:bodyPr>
          <a:lstStyle>
            <a:lvl1pPr marL="457200" lvl="0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marL="914400" lvl="1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marL="1371600" lvl="2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marL="1828800" lvl="3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marL="2286000" lvl="4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marL="2743200" lvl="5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marL="3200400" lvl="6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marL="3657600" lvl="7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marL="4114800" lvl="8" indent="-2921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>
            <a:endParaRPr/>
          </a:p>
        </p:txBody>
      </p:sp>
      <p:sp>
        <p:nvSpPr>
          <p:cNvPr id="302" name="Google Shape;302;p24"/>
          <p:cNvSpPr txBox="1">
            <a:spLocks noGrp="1"/>
          </p:cNvSpPr>
          <p:nvPr>
            <p:ph type="body" idx="6"/>
          </p:nvPr>
        </p:nvSpPr>
        <p:spPr>
          <a:xfrm>
            <a:off x="5761162" y="3436244"/>
            <a:ext cx="2955900" cy="518400"/>
          </a:xfrm>
          <a:prstGeom prst="rect">
            <a:avLst/>
          </a:prstGeom>
        </p:spPr>
        <p:txBody>
          <a:bodyPr spcFirstLastPara="1" wrap="square" lIns="0" tIns="0" rIns="91425" bIns="0" anchor="ctr" anchorCtr="0">
            <a:noAutofit/>
          </a:bodyPr>
          <a:lstStyle>
            <a:lvl1pPr marL="457200" lvl="0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marL="914400" lvl="1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marL="1371600" lvl="2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marL="1828800" lvl="3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marL="2286000" lvl="4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marL="2743200" lvl="5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marL="3200400" lvl="6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marL="3657600" lvl="7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marL="4114800" lvl="8" indent="-2921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>
            <a:endParaRPr/>
          </a:p>
        </p:txBody>
      </p:sp>
      <p:sp>
        <p:nvSpPr>
          <p:cNvPr id="303" name="Google Shape;303;p24"/>
          <p:cNvSpPr txBox="1">
            <a:spLocks noGrp="1"/>
          </p:cNvSpPr>
          <p:nvPr>
            <p:ph type="body" idx="7"/>
          </p:nvPr>
        </p:nvSpPr>
        <p:spPr>
          <a:xfrm>
            <a:off x="5761162" y="4399826"/>
            <a:ext cx="2955900" cy="518400"/>
          </a:xfrm>
          <a:prstGeom prst="rect">
            <a:avLst/>
          </a:prstGeom>
        </p:spPr>
        <p:txBody>
          <a:bodyPr spcFirstLastPara="1" wrap="square" lIns="0" tIns="0" rIns="91425" bIns="0" anchor="ctr" anchorCtr="0">
            <a:noAutofit/>
          </a:bodyPr>
          <a:lstStyle>
            <a:lvl1pPr marL="457200" lvl="0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marL="914400" lvl="1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marL="1371600" lvl="2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marL="1828800" lvl="3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marL="2286000" lvl="4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marL="2743200" lvl="5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marL="3200400" lvl="6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marL="3657600" lvl="7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marL="4114800" lvl="8" indent="-2921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>
            <a:endParaRPr/>
          </a:p>
        </p:txBody>
      </p:sp>
      <p:sp>
        <p:nvSpPr>
          <p:cNvPr id="304" name="Google Shape;304;p24"/>
          <p:cNvSpPr txBox="1">
            <a:spLocks noGrp="1"/>
          </p:cNvSpPr>
          <p:nvPr>
            <p:ph type="body" idx="8"/>
          </p:nvPr>
        </p:nvSpPr>
        <p:spPr>
          <a:xfrm>
            <a:off x="706399" y="2753996"/>
            <a:ext cx="3288300" cy="1731000"/>
          </a:xfrm>
          <a:prstGeom prst="rect">
            <a:avLst/>
          </a:prstGeom>
        </p:spPr>
        <p:txBody>
          <a:bodyPr spcFirstLastPara="1" wrap="square" lIns="0" tIns="0" rIns="91425" bIns="0" anchor="ctr" anchorCtr="0">
            <a:noAutofit/>
          </a:bodyPr>
          <a:lstStyle>
            <a:lvl1pPr marL="457200" lvl="0" indent="-330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600"/>
              <a:buChar char="●"/>
              <a:defRPr sz="1600">
                <a:solidFill>
                  <a:schemeClr val="accent6"/>
                </a:solidFill>
              </a:defRPr>
            </a:lvl1pPr>
            <a:lvl2pPr marL="914400" lvl="1" indent="-3302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600"/>
              <a:buChar char="○"/>
              <a:defRPr sz="1600">
                <a:solidFill>
                  <a:schemeClr val="accent6"/>
                </a:solidFill>
              </a:defRPr>
            </a:lvl2pPr>
            <a:lvl3pPr marL="1371600" lvl="2" indent="-3302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600"/>
              <a:buChar char="■"/>
              <a:defRPr sz="1600">
                <a:solidFill>
                  <a:schemeClr val="accent6"/>
                </a:solidFill>
              </a:defRPr>
            </a:lvl3pPr>
            <a:lvl4pPr marL="1828800" lvl="3" indent="-3302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600"/>
              <a:buChar char="●"/>
              <a:defRPr sz="1600">
                <a:solidFill>
                  <a:schemeClr val="accent6"/>
                </a:solidFill>
              </a:defRPr>
            </a:lvl4pPr>
            <a:lvl5pPr marL="2286000" lvl="4" indent="-3302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600"/>
              <a:buChar char="○"/>
              <a:defRPr sz="1600">
                <a:solidFill>
                  <a:schemeClr val="accent6"/>
                </a:solidFill>
              </a:defRPr>
            </a:lvl5pPr>
            <a:lvl6pPr marL="2743200" lvl="5" indent="-3302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600"/>
              <a:buChar char="■"/>
              <a:defRPr sz="1600">
                <a:solidFill>
                  <a:schemeClr val="accent6"/>
                </a:solidFill>
              </a:defRPr>
            </a:lvl6pPr>
            <a:lvl7pPr marL="3200400" lvl="6" indent="-3302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600"/>
              <a:buChar char="●"/>
              <a:defRPr sz="1600">
                <a:solidFill>
                  <a:schemeClr val="accent6"/>
                </a:solidFill>
              </a:defRPr>
            </a:lvl7pPr>
            <a:lvl8pPr marL="3657600" lvl="7" indent="-3302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600"/>
              <a:buChar char="○"/>
              <a:defRPr sz="1600">
                <a:solidFill>
                  <a:schemeClr val="accent6"/>
                </a:solidFill>
              </a:defRPr>
            </a:lvl8pPr>
            <a:lvl9pPr marL="4114800" lvl="8" indent="-33020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600"/>
              <a:buChar char="■"/>
              <a:defRPr sz="1600">
                <a:solidFill>
                  <a:schemeClr val="accent6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>
  <p:cSld name="CUSTOM_2">
    <p:bg>
      <p:bgPr>
        <a:solidFill>
          <a:schemeClr val="lt1"/>
        </a:solidFill>
        <a:effectLst/>
      </p:bgPr>
    </p:bg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25"/>
          <p:cNvSpPr/>
          <p:nvPr/>
        </p:nvSpPr>
        <p:spPr>
          <a:xfrm>
            <a:off x="0" y="1088675"/>
            <a:ext cx="3627900" cy="4054800"/>
          </a:xfrm>
          <a:prstGeom prst="snip1Rect">
            <a:avLst>
              <a:gd name="adj" fmla="val 10918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307" name="Google Shape;307;p25"/>
          <p:cNvSpPr txBox="1">
            <a:spLocks noGrp="1"/>
          </p:cNvSpPr>
          <p:nvPr>
            <p:ph type="title"/>
          </p:nvPr>
        </p:nvSpPr>
        <p:spPr>
          <a:xfrm>
            <a:off x="446100" y="396225"/>
            <a:ext cx="5101800" cy="8532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>
            <a:endParaRPr/>
          </a:p>
        </p:txBody>
      </p:sp>
      <p:sp>
        <p:nvSpPr>
          <p:cNvPr id="308" name="Google Shape;308;p25"/>
          <p:cNvSpPr txBox="1">
            <a:spLocks noGrp="1"/>
          </p:cNvSpPr>
          <p:nvPr>
            <p:ph type="body" idx="1"/>
          </p:nvPr>
        </p:nvSpPr>
        <p:spPr>
          <a:xfrm>
            <a:off x="3869875" y="1390269"/>
            <a:ext cx="3173400" cy="3421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marL="914400" lvl="1" indent="-292100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marL="1371600" lvl="2" indent="-292100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marL="1828800" lvl="3" indent="-292100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marL="2286000" lvl="4" indent="-292100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marL="2743200" lvl="5" indent="-292100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marL="3200400" lvl="6" indent="-292100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marL="3657600" lvl="7" indent="-292100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marL="4114800" lvl="8" indent="-292100"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>
            <a:endParaRPr/>
          </a:p>
        </p:txBody>
      </p:sp>
      <p:sp>
        <p:nvSpPr>
          <p:cNvPr id="309" name="Google Shape;309;p25"/>
          <p:cNvSpPr txBox="1">
            <a:spLocks noGrp="1"/>
          </p:cNvSpPr>
          <p:nvPr>
            <p:ph type="body" idx="2"/>
          </p:nvPr>
        </p:nvSpPr>
        <p:spPr>
          <a:xfrm>
            <a:off x="474675" y="1390150"/>
            <a:ext cx="2571300" cy="3421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marL="914400" lvl="1" indent="-292100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marL="1371600" lvl="2" indent="-292100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marL="1828800" lvl="3" indent="-292100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marL="2286000" lvl="4" indent="-292100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marL="2743200" lvl="5" indent="-292100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marL="3200400" lvl="6" indent="-292100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marL="3657600" lvl="7" indent="-292100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marL="4114800" lvl="8" indent="-292100"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- Alt 19">
  <p:cSld name="CUSTOM_1">
    <p:bg>
      <p:bgPr>
        <a:solidFill>
          <a:schemeClr val="accent1"/>
        </a:solidFill>
        <a:effectLst/>
      </p:bgPr>
    </p:bg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26"/>
          <p:cNvSpPr/>
          <p:nvPr/>
        </p:nvSpPr>
        <p:spPr>
          <a:xfrm flipH="1">
            <a:off x="433300" y="-6150"/>
            <a:ext cx="8560200" cy="5151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312" name="Google Shape;312;p26"/>
          <p:cNvSpPr/>
          <p:nvPr/>
        </p:nvSpPr>
        <p:spPr>
          <a:xfrm flipH="1">
            <a:off x="433300" y="-2175"/>
            <a:ext cx="8415900" cy="5151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313" name="Google Shape;313;p26"/>
          <p:cNvSpPr/>
          <p:nvPr/>
        </p:nvSpPr>
        <p:spPr>
          <a:xfrm flipH="1">
            <a:off x="-10550" y="-6150"/>
            <a:ext cx="8710800" cy="51558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314" name="Google Shape;314;p26"/>
          <p:cNvSpPr txBox="1">
            <a:spLocks noGrp="1"/>
          </p:cNvSpPr>
          <p:nvPr>
            <p:ph type="title"/>
          </p:nvPr>
        </p:nvSpPr>
        <p:spPr>
          <a:xfrm>
            <a:off x="409625" y="401500"/>
            <a:ext cx="4011600" cy="4371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9pPr>
          </a:lstStyle>
          <a:p>
            <a:endParaRPr/>
          </a:p>
        </p:txBody>
      </p:sp>
      <p:sp>
        <p:nvSpPr>
          <p:cNvPr id="315" name="Google Shape;315;p26"/>
          <p:cNvSpPr txBox="1">
            <a:spLocks noGrp="1"/>
          </p:cNvSpPr>
          <p:nvPr>
            <p:ph type="title" idx="2"/>
          </p:nvPr>
        </p:nvSpPr>
        <p:spPr>
          <a:xfrm>
            <a:off x="420000" y="860450"/>
            <a:ext cx="3511200" cy="10911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1600"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16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16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16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16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16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16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16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1600"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316" name="Google Shape;316;p26"/>
          <p:cNvSpPr txBox="1">
            <a:spLocks noGrp="1"/>
          </p:cNvSpPr>
          <p:nvPr>
            <p:ph type="title" idx="3"/>
          </p:nvPr>
        </p:nvSpPr>
        <p:spPr>
          <a:xfrm>
            <a:off x="5128700" y="3896025"/>
            <a:ext cx="2026500" cy="3858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317" name="Google Shape;317;p26"/>
          <p:cNvSpPr txBox="1">
            <a:spLocks noGrp="1"/>
          </p:cNvSpPr>
          <p:nvPr>
            <p:ph type="subTitle" idx="1"/>
          </p:nvPr>
        </p:nvSpPr>
        <p:spPr>
          <a:xfrm>
            <a:off x="7258100" y="3896025"/>
            <a:ext cx="811500" cy="3858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3pPr>
            <a:lvl4pPr lvl="3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4pPr>
            <a:lvl5pPr lvl="4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5pPr>
            <a:lvl6pPr lvl="5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6pPr>
            <a:lvl7pPr lvl="6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7pPr>
            <a:lvl8pPr lvl="7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8pPr>
            <a:lvl9pPr lvl="8">
              <a:spcBef>
                <a:spcPts val="1000"/>
              </a:spcBef>
              <a:spcAft>
                <a:spcPts val="100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318" name="Google Shape;318;p26"/>
          <p:cNvSpPr txBox="1">
            <a:spLocks noGrp="1"/>
          </p:cNvSpPr>
          <p:nvPr>
            <p:ph type="title" idx="4"/>
          </p:nvPr>
        </p:nvSpPr>
        <p:spPr>
          <a:xfrm>
            <a:off x="5128700" y="2838325"/>
            <a:ext cx="2026500" cy="3858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319" name="Google Shape;319;p26"/>
          <p:cNvSpPr txBox="1">
            <a:spLocks noGrp="1"/>
          </p:cNvSpPr>
          <p:nvPr>
            <p:ph type="subTitle" idx="5"/>
          </p:nvPr>
        </p:nvSpPr>
        <p:spPr>
          <a:xfrm>
            <a:off x="7258100" y="2838325"/>
            <a:ext cx="811500" cy="3858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3pPr>
            <a:lvl4pPr lvl="3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4pPr>
            <a:lvl5pPr lvl="4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5pPr>
            <a:lvl6pPr lvl="5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6pPr>
            <a:lvl7pPr lvl="6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7pPr>
            <a:lvl8pPr lvl="7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8pPr>
            <a:lvl9pPr lvl="8">
              <a:spcBef>
                <a:spcPts val="1000"/>
              </a:spcBef>
              <a:spcAft>
                <a:spcPts val="100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320" name="Google Shape;320;p26"/>
          <p:cNvSpPr txBox="1">
            <a:spLocks noGrp="1"/>
          </p:cNvSpPr>
          <p:nvPr>
            <p:ph type="title" idx="6"/>
          </p:nvPr>
        </p:nvSpPr>
        <p:spPr>
          <a:xfrm>
            <a:off x="5128700" y="1812925"/>
            <a:ext cx="2026500" cy="3858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321" name="Google Shape;321;p26"/>
          <p:cNvSpPr txBox="1">
            <a:spLocks noGrp="1"/>
          </p:cNvSpPr>
          <p:nvPr>
            <p:ph type="subTitle" idx="7"/>
          </p:nvPr>
        </p:nvSpPr>
        <p:spPr>
          <a:xfrm>
            <a:off x="7258100" y="1812925"/>
            <a:ext cx="811500" cy="3858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3pPr>
            <a:lvl4pPr lvl="3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4pPr>
            <a:lvl5pPr lvl="4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5pPr>
            <a:lvl6pPr lvl="5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6pPr>
            <a:lvl7pPr lvl="6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7pPr>
            <a:lvl8pPr lvl="7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8pPr>
            <a:lvl9pPr lvl="8">
              <a:spcBef>
                <a:spcPts val="1000"/>
              </a:spcBef>
              <a:spcAft>
                <a:spcPts val="100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322" name="Google Shape;322;p26"/>
          <p:cNvSpPr txBox="1">
            <a:spLocks noGrp="1"/>
          </p:cNvSpPr>
          <p:nvPr>
            <p:ph type="title" idx="8"/>
          </p:nvPr>
        </p:nvSpPr>
        <p:spPr>
          <a:xfrm>
            <a:off x="5128700" y="838600"/>
            <a:ext cx="2026500" cy="3858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323" name="Google Shape;323;p26"/>
          <p:cNvSpPr txBox="1">
            <a:spLocks noGrp="1"/>
          </p:cNvSpPr>
          <p:nvPr>
            <p:ph type="subTitle" idx="9"/>
          </p:nvPr>
        </p:nvSpPr>
        <p:spPr>
          <a:xfrm>
            <a:off x="7258100" y="838600"/>
            <a:ext cx="811500" cy="3858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3pPr>
            <a:lvl4pPr lvl="3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4pPr>
            <a:lvl5pPr lvl="4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5pPr>
            <a:lvl6pPr lvl="5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6pPr>
            <a:lvl7pPr lvl="6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7pPr>
            <a:lvl8pPr lvl="7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8pPr>
            <a:lvl9pPr lvl="8">
              <a:spcBef>
                <a:spcPts val="1000"/>
              </a:spcBef>
              <a:spcAft>
                <a:spcPts val="100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 you">
  <p:cSld name="CUSTOM_1_1">
    <p:bg>
      <p:bgPr>
        <a:solidFill>
          <a:schemeClr val="accent1"/>
        </a:solidFill>
        <a:effectLst/>
      </p:bgPr>
    </p:bg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27"/>
          <p:cNvSpPr/>
          <p:nvPr/>
        </p:nvSpPr>
        <p:spPr>
          <a:xfrm flipH="1">
            <a:off x="433300" y="0"/>
            <a:ext cx="8560200" cy="5143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326" name="Google Shape;326;p27"/>
          <p:cNvSpPr/>
          <p:nvPr/>
        </p:nvSpPr>
        <p:spPr>
          <a:xfrm flipH="1">
            <a:off x="433300" y="0"/>
            <a:ext cx="8415900" cy="5143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327" name="Google Shape;327;p27"/>
          <p:cNvSpPr/>
          <p:nvPr/>
        </p:nvSpPr>
        <p:spPr>
          <a:xfrm flipH="1">
            <a:off x="-10550" y="0"/>
            <a:ext cx="8710800" cy="51435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328" name="Google Shape;328;p27"/>
          <p:cNvSpPr/>
          <p:nvPr/>
        </p:nvSpPr>
        <p:spPr>
          <a:xfrm>
            <a:off x="1504259" y="3582046"/>
            <a:ext cx="3354000" cy="1037700"/>
          </a:xfrm>
          <a:prstGeom prst="snip1Rect">
            <a:avLst>
              <a:gd name="adj" fmla="val 24462"/>
            </a:avLst>
          </a:prstGeom>
          <a:noFill/>
          <a:ln w="952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329" name="Google Shape;329;p27"/>
          <p:cNvSpPr txBox="1">
            <a:spLocks noGrp="1"/>
          </p:cNvSpPr>
          <p:nvPr>
            <p:ph type="title"/>
          </p:nvPr>
        </p:nvSpPr>
        <p:spPr>
          <a:xfrm>
            <a:off x="2131600" y="3667325"/>
            <a:ext cx="2026500" cy="367200"/>
          </a:xfrm>
          <a:prstGeom prst="rect">
            <a:avLst/>
          </a:prstGeom>
        </p:spPr>
        <p:txBody>
          <a:bodyPr spcFirstLastPara="1" wrap="square" lIns="0" tIns="0" rIns="91425" bIns="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30" name="Google Shape;330;p27"/>
          <p:cNvSpPr txBox="1">
            <a:spLocks noGrp="1"/>
          </p:cNvSpPr>
          <p:nvPr>
            <p:ph type="subTitle" idx="1"/>
          </p:nvPr>
        </p:nvSpPr>
        <p:spPr>
          <a:xfrm>
            <a:off x="1917225" y="4072850"/>
            <a:ext cx="2536500" cy="5469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31" name="Google Shape;331;p27"/>
          <p:cNvSpPr>
            <a:spLocks noGrp="1"/>
          </p:cNvSpPr>
          <p:nvPr>
            <p:ph type="pic" idx="2"/>
          </p:nvPr>
        </p:nvSpPr>
        <p:spPr>
          <a:xfrm>
            <a:off x="387475" y="3575855"/>
            <a:ext cx="1309500" cy="1050000"/>
          </a:xfrm>
          <a:prstGeom prst="snip1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332" name="Google Shape;332;p27"/>
          <p:cNvSpPr txBox="1">
            <a:spLocks noGrp="1"/>
          </p:cNvSpPr>
          <p:nvPr>
            <p:ph type="title" idx="3"/>
          </p:nvPr>
        </p:nvSpPr>
        <p:spPr>
          <a:xfrm>
            <a:off x="409500" y="1578275"/>
            <a:ext cx="3354000" cy="10911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1600"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16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16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16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16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16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16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16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1600"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333" name="Google Shape;333;p27"/>
          <p:cNvSpPr txBox="1">
            <a:spLocks noGrp="1"/>
          </p:cNvSpPr>
          <p:nvPr>
            <p:ph type="title" idx="4"/>
          </p:nvPr>
        </p:nvSpPr>
        <p:spPr>
          <a:xfrm>
            <a:off x="409500" y="401500"/>
            <a:ext cx="3748500" cy="1091100"/>
          </a:xfrm>
          <a:prstGeom prst="rect">
            <a:avLst/>
          </a:prstGeom>
        </p:spPr>
        <p:txBody>
          <a:bodyPr spcFirstLastPara="1" wrap="square" lIns="0" tIns="0" rIns="91425" bIns="0" anchor="ctr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latin typeface="Quantico"/>
                <a:ea typeface="Quantico"/>
                <a:cs typeface="Quantico"/>
                <a:sym typeface="Quantic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>
  <p:cSld name="Section header"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28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0" tIns="0" rIns="91425" bIns="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>
  <p:cSld name="Title and body"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2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38" name="Google Shape;338;p2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1000"/>
              </a:spcBef>
              <a:spcAft>
                <a:spcPts val="100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3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31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0" tIns="0" rIns="91425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43" name="Google Shape;343;p31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32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0" tIns="0" rIns="91425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33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0" tIns="0" rIns="91425" bIns="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48" name="Google Shape;348;p33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49" name="Google Shape;349;p33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0" tIns="0" rIns="91425" bIns="0" anchor="ctr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1000"/>
              </a:spcBef>
              <a:spcAft>
                <a:spcPts val="100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34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0" tIns="0" rIns="91425" bIns="0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</a:lstStyle>
          <a:p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35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0" tIns="0" rIns="91425" bIns="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354" name="Google Shape;354;p35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marL="457200" lvl="0" indent="-2921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 algn="ctr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 algn="ctr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 algn="ctr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 algn="ctr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 algn="ctr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 algn="ctr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 algn="ctr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 algn="ctr">
              <a:spcBef>
                <a:spcPts val="1000"/>
              </a:spcBef>
              <a:spcAft>
                <a:spcPts val="100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">
  <p:cSld name="Agenda">
    <p:spTree>
      <p:nvGrpSpPr>
        <p:cNvPr id="1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37"/>
          <p:cNvSpPr txBox="1">
            <a:spLocks noGrp="1"/>
          </p:cNvSpPr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spcFirstLastPara="1" wrap="square" lIns="0" tIns="0" rIns="91425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58" name="Google Shape;358;p37"/>
          <p:cNvSpPr txBox="1">
            <a:spLocks noGrp="1"/>
          </p:cNvSpPr>
          <p:nvPr>
            <p:ph type="subTitle" idx="1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359" name="Google Shape;359;p37"/>
          <p:cNvSpPr txBox="1">
            <a:spLocks noGrp="1"/>
          </p:cNvSpPr>
          <p:nvPr>
            <p:ph type="subTitle" idx="2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360" name="Google Shape;360;p37"/>
          <p:cNvSpPr txBox="1">
            <a:spLocks noGrp="1"/>
          </p:cNvSpPr>
          <p:nvPr>
            <p:ph type="subTitle" idx="3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361" name="Google Shape;361;p37"/>
          <p:cNvSpPr txBox="1">
            <a:spLocks noGrp="1"/>
          </p:cNvSpPr>
          <p:nvPr>
            <p:ph type="subTitle" idx="4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362" name="Google Shape;362;p37"/>
          <p:cNvSpPr txBox="1">
            <a:spLocks noGrp="1"/>
          </p:cNvSpPr>
          <p:nvPr>
            <p:ph type="subTitle" idx="5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363" name="Google Shape;363;p37"/>
          <p:cNvSpPr txBox="1">
            <a:spLocks noGrp="1"/>
          </p:cNvSpPr>
          <p:nvPr>
            <p:ph type="subTitle" idx="6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body and image">
  <p:cSld name="Title, body and image">
    <p:spTree>
      <p:nvGrpSpPr>
        <p:cNvPr id="1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3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66" name="Google Shape;366;p3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1000"/>
              </a:spcBef>
              <a:spcAft>
                <a:spcPts val="100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367" name="Google Shape;367;p38"/>
          <p:cNvSpPr>
            <a:spLocks noGrp="1"/>
          </p:cNvSpPr>
          <p:nvPr>
            <p:ph type="pic" idx="2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big ideas">
  <p:cSld name="Two big ideas">
    <p:spTree>
      <p:nvGrpSpPr>
        <p:cNvPr id="1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39"/>
          <p:cNvSpPr txBox="1">
            <a:spLocks noGrp="1"/>
          </p:cNvSpPr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spcFirstLastPara="1" wrap="square" lIns="0" tIns="0" rIns="91425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70" name="Google Shape;370;p39"/>
          <p:cNvSpPr txBox="1">
            <a:spLocks noGrp="1"/>
          </p:cNvSpPr>
          <p:nvPr>
            <p:ph type="body" idx="1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1000"/>
              </a:spcBef>
              <a:spcAft>
                <a:spcPts val="100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371" name="Google Shape;371;p39"/>
          <p:cNvSpPr txBox="1">
            <a:spLocks noGrp="1"/>
          </p:cNvSpPr>
          <p:nvPr>
            <p:ph type="body" idx="2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1000"/>
              </a:spcBef>
              <a:spcAft>
                <a:spcPts val="100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372" name="Google Shape;372;p39"/>
          <p:cNvSpPr txBox="1">
            <a:spLocks noGrp="1"/>
          </p:cNvSpPr>
          <p:nvPr>
            <p:ph type="subTitle" idx="3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373" name="Google Shape;373;p39"/>
          <p:cNvSpPr txBox="1">
            <a:spLocks noGrp="1"/>
          </p:cNvSpPr>
          <p:nvPr>
            <p:ph type="subTitle" idx="4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big ideas">
  <p:cSld name="Three big ideas">
    <p:spTree>
      <p:nvGrpSpPr>
        <p:cNvPr id="1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40"/>
          <p:cNvSpPr txBox="1">
            <a:spLocks noGrp="1"/>
          </p:cNvSpPr>
          <p:nvPr>
            <p:ph type="body" idx="1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1000"/>
              </a:spcBef>
              <a:spcAft>
                <a:spcPts val="100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376" name="Google Shape;376;p40"/>
          <p:cNvSpPr txBox="1">
            <a:spLocks noGrp="1"/>
          </p:cNvSpPr>
          <p:nvPr>
            <p:ph type="body" idx="2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1000"/>
              </a:spcBef>
              <a:spcAft>
                <a:spcPts val="100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377" name="Google Shape;377;p40"/>
          <p:cNvSpPr txBox="1">
            <a:spLocks noGrp="1"/>
          </p:cNvSpPr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spcFirstLastPara="1" wrap="square" lIns="0" tIns="0" rIns="91425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78" name="Google Shape;378;p40"/>
          <p:cNvSpPr txBox="1">
            <a:spLocks noGrp="1"/>
          </p:cNvSpPr>
          <p:nvPr>
            <p:ph type="subTitle" idx="3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379" name="Google Shape;379;p40"/>
          <p:cNvSpPr txBox="1">
            <a:spLocks noGrp="1"/>
          </p:cNvSpPr>
          <p:nvPr>
            <p:ph type="subTitle" idx="4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380" name="Google Shape;380;p40"/>
          <p:cNvSpPr txBox="1">
            <a:spLocks noGrp="1"/>
          </p:cNvSpPr>
          <p:nvPr>
            <p:ph type="subTitle" idx="5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381" name="Google Shape;381;p40"/>
          <p:cNvSpPr txBox="1">
            <a:spLocks noGrp="1"/>
          </p:cNvSpPr>
          <p:nvPr>
            <p:ph type="body" idx="6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1000"/>
              </a:spcBef>
              <a:spcAft>
                <a:spcPts val="100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our big ideas">
  <p:cSld name="Four big ideas">
    <p:spTree>
      <p:nvGrpSpPr>
        <p:cNvPr id="1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41"/>
          <p:cNvSpPr txBox="1">
            <a:spLocks noGrp="1"/>
          </p:cNvSpPr>
          <p:nvPr>
            <p:ph type="body" idx="1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2921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1000"/>
              </a:spcBef>
              <a:spcAft>
                <a:spcPts val="100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384" name="Google Shape;384;p41"/>
          <p:cNvSpPr txBox="1">
            <a:spLocks noGrp="1"/>
          </p:cNvSpPr>
          <p:nvPr>
            <p:ph type="body" idx="2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2921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1000"/>
              </a:spcBef>
              <a:spcAft>
                <a:spcPts val="100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385" name="Google Shape;385;p41"/>
          <p:cNvSpPr txBox="1">
            <a:spLocks noGrp="1"/>
          </p:cNvSpPr>
          <p:nvPr>
            <p:ph type="body" idx="3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2921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1000"/>
              </a:spcBef>
              <a:spcAft>
                <a:spcPts val="100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386" name="Google Shape;386;p41"/>
          <p:cNvSpPr txBox="1">
            <a:spLocks noGrp="1"/>
          </p:cNvSpPr>
          <p:nvPr>
            <p:ph type="body" idx="4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2921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1000"/>
              </a:spcBef>
              <a:spcAft>
                <a:spcPts val="100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387" name="Google Shape;387;p41"/>
          <p:cNvSpPr txBox="1">
            <a:spLocks noGrp="1"/>
          </p:cNvSpPr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spcFirstLastPara="1" wrap="square" lIns="0" tIns="0" rIns="91425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88" name="Google Shape;388;p41"/>
          <p:cNvSpPr txBox="1">
            <a:spLocks noGrp="1"/>
          </p:cNvSpPr>
          <p:nvPr>
            <p:ph type="subTitle" idx="5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389" name="Google Shape;389;p41"/>
          <p:cNvSpPr txBox="1">
            <a:spLocks noGrp="1"/>
          </p:cNvSpPr>
          <p:nvPr>
            <p:ph type="subTitle" idx="6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390" name="Google Shape;390;p41"/>
          <p:cNvSpPr txBox="1">
            <a:spLocks noGrp="1"/>
          </p:cNvSpPr>
          <p:nvPr>
            <p:ph type="subTitle" idx="7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391" name="Google Shape;391;p41"/>
          <p:cNvSpPr txBox="1">
            <a:spLocks noGrp="1"/>
          </p:cNvSpPr>
          <p:nvPr>
            <p:ph type="subTitle" idx="8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image">
  <p:cSld name="Title and image">
    <p:spTree>
      <p:nvGrpSpPr>
        <p:cNvPr id="1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4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94" name="Google Shape;394;p42"/>
          <p:cNvSpPr>
            <a:spLocks noGrp="1"/>
          </p:cNvSpPr>
          <p:nvPr>
            <p:ph type="pic" idx="2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storyboards">
  <p:cSld name="Two storyboards">
    <p:spTree>
      <p:nvGrpSpPr>
        <p:cNvPr id="1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43"/>
          <p:cNvSpPr txBox="1">
            <a:spLocks noGrp="1"/>
          </p:cNvSpPr>
          <p:nvPr>
            <p:ph type="body" idx="1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97" name="Google Shape;397;p43"/>
          <p:cNvSpPr>
            <a:spLocks noGrp="1"/>
          </p:cNvSpPr>
          <p:nvPr>
            <p:ph type="pic" idx="2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398" name="Google Shape;398;p43"/>
          <p:cNvSpPr>
            <a:spLocks noGrp="1"/>
          </p:cNvSpPr>
          <p:nvPr>
            <p:ph type="pic" idx="3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399" name="Google Shape;399;p43"/>
          <p:cNvSpPr txBox="1">
            <a:spLocks noGrp="1"/>
          </p:cNvSpPr>
          <p:nvPr>
            <p:ph type="body" idx="4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00" name="Google Shape;400;p4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01" name="Google Shape;401;p43"/>
          <p:cNvSpPr txBox="1">
            <a:spLocks noGrp="1"/>
          </p:cNvSpPr>
          <p:nvPr>
            <p:ph type="subTitle" idx="5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402" name="Google Shape;402;p43"/>
          <p:cNvSpPr txBox="1">
            <a:spLocks noGrp="1"/>
          </p:cNvSpPr>
          <p:nvPr>
            <p:ph type="subTitle" idx="6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storyboards">
  <p:cSld name="Three storyboards">
    <p:spTree>
      <p:nvGrpSpPr>
        <p:cNvPr id="1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44"/>
          <p:cNvSpPr txBox="1">
            <a:spLocks noGrp="1"/>
          </p:cNvSpPr>
          <p:nvPr>
            <p:ph type="body" idx="1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05" name="Google Shape;405;p44"/>
          <p:cNvSpPr>
            <a:spLocks noGrp="1"/>
          </p:cNvSpPr>
          <p:nvPr>
            <p:ph type="pic" idx="2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06" name="Google Shape;406;p44"/>
          <p:cNvSpPr>
            <a:spLocks noGrp="1"/>
          </p:cNvSpPr>
          <p:nvPr>
            <p:ph type="pic" idx="3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07" name="Google Shape;407;p44"/>
          <p:cNvSpPr txBox="1">
            <a:spLocks noGrp="1"/>
          </p:cNvSpPr>
          <p:nvPr>
            <p:ph type="body" idx="4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08" name="Google Shape;408;p44"/>
          <p:cNvSpPr>
            <a:spLocks noGrp="1"/>
          </p:cNvSpPr>
          <p:nvPr>
            <p:ph type="pic" idx="5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09" name="Google Shape;409;p44"/>
          <p:cNvSpPr txBox="1">
            <a:spLocks noGrp="1"/>
          </p:cNvSpPr>
          <p:nvPr>
            <p:ph type="body" idx="6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10" name="Google Shape;410;p4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11" name="Google Shape;411;p44"/>
          <p:cNvSpPr txBox="1">
            <a:spLocks noGrp="1"/>
          </p:cNvSpPr>
          <p:nvPr>
            <p:ph type="subTitle" idx="7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412" name="Google Shape;412;p44"/>
          <p:cNvSpPr txBox="1">
            <a:spLocks noGrp="1"/>
          </p:cNvSpPr>
          <p:nvPr>
            <p:ph type="subTitle" idx="8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413" name="Google Shape;413;p44"/>
          <p:cNvSpPr txBox="1">
            <a:spLocks noGrp="1"/>
          </p:cNvSpPr>
          <p:nvPr>
            <p:ph type="subTitle" idx="9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only">
  <p:cSld name="Image only">
    <p:spTree>
      <p:nvGrpSpPr>
        <p:cNvPr id="1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45"/>
          <p:cNvSpPr>
            <a:spLocks noGrp="1"/>
          </p:cNvSpPr>
          <p:nvPr>
            <p:ph type="pic" idx="2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grid">
  <p:cSld name="Image grid">
    <p:spTree>
      <p:nvGrpSpPr>
        <p:cNvPr id="1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46"/>
          <p:cNvSpPr>
            <a:spLocks noGrp="1"/>
          </p:cNvSpPr>
          <p:nvPr>
            <p:ph type="pic" idx="2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18" name="Google Shape;418;p46"/>
          <p:cNvSpPr>
            <a:spLocks noGrp="1"/>
          </p:cNvSpPr>
          <p:nvPr>
            <p:ph type="pic" idx="3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19" name="Google Shape;419;p46"/>
          <p:cNvSpPr>
            <a:spLocks noGrp="1"/>
          </p:cNvSpPr>
          <p:nvPr>
            <p:ph type="pic" idx="4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20" name="Google Shape;420;p46"/>
          <p:cNvSpPr>
            <a:spLocks noGrp="1"/>
          </p:cNvSpPr>
          <p:nvPr>
            <p:ph type="pic" idx="5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21" name="Google Shape;421;p46"/>
          <p:cNvSpPr>
            <a:spLocks noGrp="1"/>
          </p:cNvSpPr>
          <p:nvPr>
            <p:ph type="pic" idx="6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22" name="Google Shape;422;p46"/>
          <p:cNvSpPr>
            <a:spLocks noGrp="1"/>
          </p:cNvSpPr>
          <p:nvPr>
            <p:ph type="pic" idx="7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23" name="Google Shape;423;p46"/>
          <p:cNvSpPr txBox="1">
            <a:spLocks noGrp="1"/>
          </p:cNvSpPr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24" name="Google Shape;424;p46"/>
          <p:cNvSpPr>
            <a:spLocks noGrp="1"/>
          </p:cNvSpPr>
          <p:nvPr>
            <p:ph type="pic" idx="8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25" name="Google Shape;425;p46"/>
          <p:cNvSpPr>
            <a:spLocks noGrp="1"/>
          </p:cNvSpPr>
          <p:nvPr>
            <p:ph type="pic" idx="9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26" name="Google Shape;426;p46"/>
          <p:cNvSpPr>
            <a:spLocks noGrp="1"/>
          </p:cNvSpPr>
          <p:nvPr>
            <p:ph type="pic" idx="13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theme" Target="../theme/theme1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284700" y="460250"/>
            <a:ext cx="8574600" cy="42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sz="30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>
                <a:solidFill>
                  <a:schemeClr val="dk1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>
                <a:solidFill>
                  <a:schemeClr val="dk1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>
                <a:solidFill>
                  <a:schemeClr val="dk1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>
                <a:solidFill>
                  <a:schemeClr val="dk1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>
                <a:solidFill>
                  <a:schemeClr val="dk1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>
                <a:solidFill>
                  <a:schemeClr val="dk1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>
                <a:solidFill>
                  <a:schemeClr val="dk1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284700" y="1299725"/>
            <a:ext cx="6153900" cy="29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91425" bIns="0" anchor="t" anchorCtr="0">
            <a:noAutofit/>
          </a:bodyPr>
          <a:lstStyle>
            <a:lvl1pPr marL="457200" lvl="0" indent="-2921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Lato"/>
              <a:buChar char="●"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29210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Lato"/>
              <a:buChar char="○"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lvl="2" indent="-29210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Lato"/>
              <a:buChar char="■"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29210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Lato"/>
              <a:buChar char="●"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29210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Lato"/>
              <a:buChar char="○"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29210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Lato"/>
              <a:buChar char="■"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29210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Lato"/>
              <a:buChar char="●"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29210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Lato"/>
              <a:buChar char="○"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292100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Clr>
                <a:schemeClr val="dk2"/>
              </a:buClr>
              <a:buSzPts val="1000"/>
              <a:buFont typeface="Lato"/>
              <a:buChar char="■"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99">
          <p15:clr>
            <a:schemeClr val="accent1"/>
          </p15:clr>
        </p15:guide>
        <p15:guide id="2" orient="horz" pos="899">
          <p15:clr>
            <a:schemeClr val="accent1"/>
          </p15:clr>
        </p15:guide>
        <p15:guide id="3" orient="horz" pos="960">
          <p15:clr>
            <a:schemeClr val="accent1"/>
          </p15:clr>
        </p15:guide>
        <p15:guide id="4" orient="horz" pos="1560">
          <p15:clr>
            <a:schemeClr val="accent1"/>
          </p15:clr>
        </p15:guide>
        <p15:guide id="5" orient="horz" pos="1620">
          <p15:clr>
            <a:schemeClr val="accent1"/>
          </p15:clr>
        </p15:guide>
        <p15:guide id="6" orient="horz" pos="2280">
          <p15:clr>
            <a:schemeClr val="accent1"/>
          </p15:clr>
        </p15:guide>
        <p15:guide id="7" orient="horz" pos="2341">
          <p15:clr>
            <a:schemeClr val="accent1"/>
          </p15:clr>
        </p15:guide>
        <p15:guide id="8" pos="299">
          <p15:clr>
            <a:schemeClr val="accent1"/>
          </p15:clr>
        </p15:guide>
        <p15:guide id="9" pos="1559">
          <p15:clr>
            <a:schemeClr val="accent1"/>
          </p15:clr>
        </p15:guide>
        <p15:guide id="10" pos="1618">
          <p15:clr>
            <a:schemeClr val="accent1"/>
          </p15:clr>
        </p15:guide>
        <p15:guide id="11" pos="1981">
          <p15:clr>
            <a:schemeClr val="accent2"/>
          </p15:clr>
        </p15:guide>
        <p15:guide id="12" pos="2039">
          <p15:clr>
            <a:schemeClr val="accent2"/>
          </p15:clr>
        </p15:guide>
        <p15:guide id="13" pos="2880">
          <p15:clr>
            <a:schemeClr val="accent1"/>
          </p15:clr>
        </p15:guide>
        <p15:guide id="14" pos="2939">
          <p15:clr>
            <a:schemeClr val="accent1"/>
          </p15:clr>
        </p15:guide>
        <p15:guide id="15" pos="3719">
          <p15:clr>
            <a:schemeClr val="accent2"/>
          </p15:clr>
        </p15:guide>
        <p15:guide id="16" pos="3779">
          <p15:clr>
            <a:schemeClr val="accent2"/>
          </p15:clr>
        </p15:guide>
        <p15:guide id="17" pos="4140">
          <p15:clr>
            <a:schemeClr val="accent1"/>
          </p15:clr>
        </p15:guide>
        <p15:guide id="18" pos="4199">
          <p15:clr>
            <a:schemeClr val="accent1"/>
          </p15:clr>
        </p15:guide>
        <p15:guide id="19" pos="5459">
          <p15:clr>
            <a:schemeClr val="accent1"/>
          </p15:clr>
        </p15:guide>
        <p15:guide id="20" orient="horz" pos="2941">
          <p15:clr>
            <a:schemeClr val="accent1"/>
          </p15:clr>
        </p15:guide>
        <p15:guide id="21" pos="179">
          <p15:clr>
            <a:srgbClr val="EA4335"/>
          </p15:clr>
        </p15:guide>
        <p15:guide id="22" orient="horz" pos="180">
          <p15:clr>
            <a:srgbClr val="EA4335"/>
          </p15:clr>
        </p15:guide>
        <p15:guide id="23" pos="5581">
          <p15:clr>
            <a:srgbClr val="EA4335"/>
          </p15:clr>
        </p15:guide>
        <p15:guide id="24" orient="horz" pos="3060">
          <p15:clr>
            <a:srgbClr val="EA4335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47"/>
          <p:cNvSpPr txBox="1">
            <a:spLocks noGrp="1"/>
          </p:cNvSpPr>
          <p:nvPr>
            <p:ph type="title"/>
          </p:nvPr>
        </p:nvSpPr>
        <p:spPr>
          <a:xfrm>
            <a:off x="815675" y="764475"/>
            <a:ext cx="4543200" cy="40932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sz="3500"/>
              <a:t>Uncovering Market Regime Structure in Financial Data</a:t>
            </a:r>
            <a:endParaRPr sz="3500"/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endParaRPr sz="2500"/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endParaRPr sz="2500"/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sz="2500"/>
              <a:t>STAT 5244: Unsupervised Machine Learning</a:t>
            </a:r>
            <a:endParaRPr sz="2500"/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endParaRPr sz="2500"/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endParaRPr sz="25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lang="en" sz="2400"/>
              <a:t>By Dimitris Markopoulos</a:t>
            </a:r>
            <a:endParaRPr sz="2500"/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endParaRPr sz="1500"/>
          </a:p>
        </p:txBody>
      </p:sp>
      <p:pic>
        <p:nvPicPr>
          <p:cNvPr id="432" name="Google Shape;432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32125" y="1652213"/>
            <a:ext cx="3711875" cy="183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48"/>
          <p:cNvSpPr/>
          <p:nvPr/>
        </p:nvSpPr>
        <p:spPr>
          <a:xfrm>
            <a:off x="749800" y="-3125"/>
            <a:ext cx="8394200" cy="5149746"/>
          </a:xfrm>
          <a:custGeom>
            <a:avLst/>
            <a:gdLst/>
            <a:ahLst/>
            <a:cxnLst/>
            <a:rect l="l" t="t" r="r" b="b"/>
            <a:pathLst>
              <a:path w="335768" h="206444" extrusionOk="0">
                <a:moveTo>
                  <a:pt x="31959" y="0"/>
                </a:moveTo>
                <a:lnTo>
                  <a:pt x="0" y="31565"/>
                </a:lnTo>
                <a:lnTo>
                  <a:pt x="0" y="206444"/>
                </a:lnTo>
                <a:lnTo>
                  <a:pt x="335768" y="206444"/>
                </a:lnTo>
                <a:lnTo>
                  <a:pt x="335768" y="292"/>
                </a:lnTo>
                <a:close/>
              </a:path>
            </a:pathLst>
          </a:custGeom>
          <a:solidFill>
            <a:schemeClr val="lt1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38" name="Google Shape;438;p48"/>
          <p:cNvSpPr/>
          <p:nvPr/>
        </p:nvSpPr>
        <p:spPr>
          <a:xfrm>
            <a:off x="2556275" y="294200"/>
            <a:ext cx="6587725" cy="4878500"/>
          </a:xfrm>
          <a:custGeom>
            <a:avLst/>
            <a:gdLst/>
            <a:ahLst/>
            <a:cxnLst/>
            <a:rect l="l" t="t" r="r" b="b"/>
            <a:pathLst>
              <a:path w="263509" h="195140" extrusionOk="0">
                <a:moveTo>
                  <a:pt x="32919" y="0"/>
                </a:moveTo>
                <a:lnTo>
                  <a:pt x="0" y="32096"/>
                </a:lnTo>
                <a:lnTo>
                  <a:pt x="60" y="194886"/>
                </a:lnTo>
                <a:lnTo>
                  <a:pt x="263509" y="195140"/>
                </a:lnTo>
                <a:lnTo>
                  <a:pt x="263347" y="0"/>
                </a:lnTo>
                <a:close/>
              </a:path>
            </a:pathLst>
          </a:custGeom>
          <a:solidFill>
            <a:schemeClr val="dk2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39" name="Google Shape;439;p48"/>
          <p:cNvSpPr/>
          <p:nvPr/>
        </p:nvSpPr>
        <p:spPr>
          <a:xfrm>
            <a:off x="4395250" y="633675"/>
            <a:ext cx="4748750" cy="4539025"/>
          </a:xfrm>
          <a:custGeom>
            <a:avLst/>
            <a:gdLst/>
            <a:ahLst/>
            <a:cxnLst/>
            <a:rect l="l" t="t" r="r" b="b"/>
            <a:pathLst>
              <a:path w="189950" h="181561" extrusionOk="0">
                <a:moveTo>
                  <a:pt x="189950" y="104"/>
                </a:moveTo>
                <a:lnTo>
                  <a:pt x="30038" y="0"/>
                </a:lnTo>
                <a:lnTo>
                  <a:pt x="0" y="29215"/>
                </a:lnTo>
                <a:lnTo>
                  <a:pt x="466" y="181561"/>
                </a:lnTo>
                <a:lnTo>
                  <a:pt x="189950" y="181561"/>
                </a:lnTo>
                <a:close/>
              </a:path>
            </a:pathLst>
          </a:custGeom>
          <a:solidFill>
            <a:schemeClr val="lt2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40" name="Google Shape;440;p48"/>
          <p:cNvSpPr/>
          <p:nvPr/>
        </p:nvSpPr>
        <p:spPr>
          <a:xfrm>
            <a:off x="6229350" y="969000"/>
            <a:ext cx="2914650" cy="4197350"/>
          </a:xfrm>
          <a:custGeom>
            <a:avLst/>
            <a:gdLst/>
            <a:ahLst/>
            <a:cxnLst/>
            <a:rect l="l" t="t" r="r" b="b"/>
            <a:pathLst>
              <a:path w="116586" h="167894" extrusionOk="0">
                <a:moveTo>
                  <a:pt x="116582" y="166"/>
                </a:moveTo>
                <a:lnTo>
                  <a:pt x="25645" y="166"/>
                </a:lnTo>
                <a:lnTo>
                  <a:pt x="133" y="25266"/>
                </a:lnTo>
                <a:lnTo>
                  <a:pt x="0" y="167894"/>
                </a:lnTo>
                <a:lnTo>
                  <a:pt x="116383" y="167640"/>
                </a:lnTo>
                <a:lnTo>
                  <a:pt x="116586" y="0"/>
                </a:lnTo>
                <a:close/>
              </a:path>
            </a:pathLst>
          </a:custGeom>
          <a:solidFill>
            <a:schemeClr val="accent1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41" name="Google Shape;441;p48"/>
          <p:cNvSpPr txBox="1">
            <a:spLocks noGrp="1"/>
          </p:cNvSpPr>
          <p:nvPr>
            <p:ph type="title" idx="14"/>
          </p:nvPr>
        </p:nvSpPr>
        <p:spPr>
          <a:xfrm>
            <a:off x="474675" y="467675"/>
            <a:ext cx="5754900" cy="5622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en" sz="2200">
                <a:solidFill>
                  <a:schemeClr val="accent4"/>
                </a:solidFill>
                <a:highlight>
                  <a:schemeClr val="lt1"/>
                </a:highlight>
              </a:rPr>
              <a:t>Motivations – Why Market Regimes Matter</a:t>
            </a:r>
            <a:endParaRPr sz="2200">
              <a:solidFill>
                <a:schemeClr val="accent4"/>
              </a:solidFill>
              <a:highlight>
                <a:schemeClr val="lt1"/>
              </a:highlight>
            </a:endParaRPr>
          </a:p>
        </p:txBody>
      </p:sp>
      <p:sp>
        <p:nvSpPr>
          <p:cNvPr id="442" name="Google Shape;442;p48"/>
          <p:cNvSpPr txBox="1">
            <a:spLocks noGrp="1"/>
          </p:cNvSpPr>
          <p:nvPr>
            <p:ph type="title" idx="6"/>
          </p:nvPr>
        </p:nvSpPr>
        <p:spPr>
          <a:xfrm>
            <a:off x="966625" y="2366050"/>
            <a:ext cx="1294500" cy="2700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182880" lvl="0" indent="-1295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Lato"/>
              <a:buChar char="●"/>
            </a:pPr>
            <a:r>
              <a:rPr lang="en"/>
              <a:t>Financial markets switch between calm, volatile, and unstable periods.</a:t>
            </a:r>
            <a:endParaRPr/>
          </a:p>
          <a:p>
            <a:pPr marL="182880" lvl="0" indent="-1295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Lato"/>
              <a:buChar char="●"/>
            </a:pPr>
            <a:r>
              <a:rPr lang="en"/>
              <a:t>These repeating patterns of behavior are called regimes.</a:t>
            </a:r>
            <a:endParaRPr/>
          </a:p>
        </p:txBody>
      </p:sp>
      <p:sp>
        <p:nvSpPr>
          <p:cNvPr id="443" name="Google Shape;443;p48"/>
          <p:cNvSpPr txBox="1">
            <a:spLocks noGrp="1"/>
          </p:cNvSpPr>
          <p:nvPr>
            <p:ph type="title"/>
          </p:nvPr>
        </p:nvSpPr>
        <p:spPr>
          <a:xfrm>
            <a:off x="966650" y="1632150"/>
            <a:ext cx="1589700" cy="3018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 Markets Change Their Behavior</a:t>
            </a:r>
            <a:endParaRPr/>
          </a:p>
        </p:txBody>
      </p:sp>
      <p:sp>
        <p:nvSpPr>
          <p:cNvPr id="444" name="Google Shape;444;p48"/>
          <p:cNvSpPr txBox="1">
            <a:spLocks noGrp="1"/>
          </p:cNvSpPr>
          <p:nvPr>
            <p:ph type="title" idx="7"/>
          </p:nvPr>
        </p:nvSpPr>
        <p:spPr>
          <a:xfrm>
            <a:off x="2769100" y="2366700"/>
            <a:ext cx="1294500" cy="210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182880" lvl="0" indent="-1295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Lato"/>
              <a:buChar char="●"/>
            </a:pPr>
            <a:r>
              <a:rPr lang="en"/>
              <a:t>A forecasting or risk model that works during calm periods can fail completely during turbulent ones.</a:t>
            </a:r>
            <a:endParaRPr/>
          </a:p>
        </p:txBody>
      </p:sp>
      <p:sp>
        <p:nvSpPr>
          <p:cNvPr id="445" name="Google Shape;445;p48"/>
          <p:cNvSpPr txBox="1">
            <a:spLocks noGrp="1"/>
          </p:cNvSpPr>
          <p:nvPr>
            <p:ph type="title" idx="2"/>
          </p:nvPr>
        </p:nvSpPr>
        <p:spPr>
          <a:xfrm>
            <a:off x="2716338" y="1632150"/>
            <a:ext cx="1518900" cy="3018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Models Perform Differently in Each Regime</a:t>
            </a:r>
            <a:endParaRPr/>
          </a:p>
        </p:txBody>
      </p:sp>
      <p:sp>
        <p:nvSpPr>
          <p:cNvPr id="446" name="Google Shape;446;p48"/>
          <p:cNvSpPr txBox="1">
            <a:spLocks noGrp="1"/>
          </p:cNvSpPr>
          <p:nvPr>
            <p:ph type="title" idx="3"/>
          </p:nvPr>
        </p:nvSpPr>
        <p:spPr>
          <a:xfrm>
            <a:off x="4609425" y="1632150"/>
            <a:ext cx="1620000" cy="3018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Early Identification Helps Avoid Surprises</a:t>
            </a:r>
            <a:endParaRPr/>
          </a:p>
        </p:txBody>
      </p:sp>
      <p:sp>
        <p:nvSpPr>
          <p:cNvPr id="447" name="Google Shape;447;p48"/>
          <p:cNvSpPr txBox="1">
            <a:spLocks noGrp="1"/>
          </p:cNvSpPr>
          <p:nvPr>
            <p:ph type="title" idx="9"/>
          </p:nvPr>
        </p:nvSpPr>
        <p:spPr>
          <a:xfrm>
            <a:off x="6371150" y="1632150"/>
            <a:ext cx="1376700" cy="3018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There Are No Labels - We Must Learn Structure</a:t>
            </a:r>
            <a:endParaRPr/>
          </a:p>
        </p:txBody>
      </p:sp>
      <p:sp>
        <p:nvSpPr>
          <p:cNvPr id="448" name="Google Shape;448;p48"/>
          <p:cNvSpPr txBox="1">
            <a:spLocks noGrp="1"/>
          </p:cNvSpPr>
          <p:nvPr>
            <p:ph type="title" idx="13"/>
          </p:nvPr>
        </p:nvSpPr>
        <p:spPr>
          <a:xfrm>
            <a:off x="6371150" y="2366700"/>
            <a:ext cx="1244400" cy="210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182880" lvl="0" indent="-1295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Lato"/>
              <a:buChar char="●"/>
            </a:pPr>
            <a:r>
              <a:rPr lang="en"/>
              <a:t>Markets don’t come with predefined “regime” tags.</a:t>
            </a:r>
            <a:endParaRPr/>
          </a:p>
          <a:p>
            <a:pPr marL="182880" lvl="0" indent="-1295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Lato"/>
              <a:buChar char="●"/>
            </a:pPr>
            <a:r>
              <a:rPr lang="en"/>
              <a:t>Unsupervised learning lets us uncover these hidden structures directly from the data.</a:t>
            </a:r>
            <a:endParaRPr/>
          </a:p>
        </p:txBody>
      </p:sp>
      <p:sp>
        <p:nvSpPr>
          <p:cNvPr id="449" name="Google Shape;449;p48"/>
          <p:cNvSpPr txBox="1">
            <a:spLocks noGrp="1"/>
          </p:cNvSpPr>
          <p:nvPr>
            <p:ph type="title" idx="8"/>
          </p:nvPr>
        </p:nvSpPr>
        <p:spPr>
          <a:xfrm>
            <a:off x="4529025" y="2366700"/>
            <a:ext cx="1376700" cy="210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182880" lvl="0" indent="-1295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Lato"/>
              <a:buChar char="●"/>
            </a:pPr>
            <a:r>
              <a:rPr lang="en"/>
              <a:t>Recognizing when markets are shifting into a riskier regime helps investors, policymakers, and analysts prepare.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49"/>
          <p:cNvSpPr txBox="1">
            <a:spLocks noGrp="1"/>
          </p:cNvSpPr>
          <p:nvPr>
            <p:ph type="title"/>
          </p:nvPr>
        </p:nvSpPr>
        <p:spPr>
          <a:xfrm>
            <a:off x="284175" y="285750"/>
            <a:ext cx="5819700" cy="8442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Some Existing Work</a:t>
            </a:r>
            <a:endParaRPr/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sz="1200">
                <a:latin typeface="Lato"/>
                <a:ea typeface="Lato"/>
                <a:cs typeface="Lato"/>
                <a:sym typeface="Lato"/>
              </a:rPr>
              <a:t>Source: Two Sigma (2021). “A Machine Learning Approach to Regime Modeling.”</a:t>
            </a:r>
            <a:endParaRPr/>
          </a:p>
        </p:txBody>
      </p:sp>
      <p:sp>
        <p:nvSpPr>
          <p:cNvPr id="455" name="Google Shape;455;p49"/>
          <p:cNvSpPr txBox="1">
            <a:spLocks noGrp="1"/>
          </p:cNvSpPr>
          <p:nvPr>
            <p:ph type="title" idx="2"/>
          </p:nvPr>
        </p:nvSpPr>
        <p:spPr>
          <a:xfrm>
            <a:off x="173875" y="963725"/>
            <a:ext cx="5540400" cy="14106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rPr lang="en" sz="1200"/>
              <a:t>Deliverables</a:t>
            </a:r>
            <a:endParaRPr sz="1200"/>
          </a:p>
          <a:p>
            <a:pPr marL="457200" lvl="0" indent="-304800" algn="l" rtl="0">
              <a:spcBef>
                <a:spcPts val="100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Applied a Gaussian Mixture Model (GMM) to decades of factor returns</a:t>
            </a:r>
            <a:endParaRPr sz="1200"/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Identified four data-driven market conditions: Crisis, Steady State, Inflation, Walking on Ice</a:t>
            </a:r>
            <a:endParaRPr sz="1200"/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Showed that regimes can be discovered entirely from historical data</a:t>
            </a:r>
            <a:endParaRPr sz="1200"/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Highlighted that regimes shift quickly and non-linearly</a:t>
            </a:r>
            <a:endParaRPr sz="1200"/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Demonstrated GMM as a strong baseline for regime discovery</a:t>
            </a:r>
            <a:endParaRPr sz="120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1200"/>
          </a:p>
        </p:txBody>
      </p:sp>
      <p:sp>
        <p:nvSpPr>
          <p:cNvPr id="456" name="Google Shape;456;p49"/>
          <p:cNvSpPr txBox="1">
            <a:spLocks noGrp="1"/>
          </p:cNvSpPr>
          <p:nvPr>
            <p:ph type="title" idx="2"/>
          </p:nvPr>
        </p:nvSpPr>
        <p:spPr>
          <a:xfrm>
            <a:off x="5714275" y="963725"/>
            <a:ext cx="2523000" cy="19050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rPr lang="en" sz="1200"/>
              <a:t>Limitations</a:t>
            </a:r>
            <a:endParaRPr sz="1200"/>
          </a:p>
          <a:p>
            <a:pPr marL="457200" lvl="0" indent="-304800" algn="l" rtl="0">
              <a:spcBef>
                <a:spcPts val="100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Focused on one specific modeling choice (GMM)</a:t>
            </a:r>
            <a:endParaRPr sz="1200"/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Did not evaluate sensitivity to preprocessing, dimensionality reduction, or clustering alternatives</a:t>
            </a:r>
            <a:endParaRPr sz="1200"/>
          </a:p>
        </p:txBody>
      </p:sp>
      <p:pic>
        <p:nvPicPr>
          <p:cNvPr id="457" name="Google Shape;457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08000" y="2721225"/>
            <a:ext cx="5327999" cy="22237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50"/>
          <p:cNvSpPr txBox="1">
            <a:spLocks noGrp="1"/>
          </p:cNvSpPr>
          <p:nvPr>
            <p:ph type="title"/>
          </p:nvPr>
        </p:nvSpPr>
        <p:spPr>
          <a:xfrm>
            <a:off x="409625" y="401500"/>
            <a:ext cx="4011600" cy="4371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</a:t>
            </a:r>
            <a:endParaRPr/>
          </a:p>
        </p:txBody>
      </p:sp>
      <p:sp>
        <p:nvSpPr>
          <p:cNvPr id="463" name="Google Shape;463;p50"/>
          <p:cNvSpPr txBox="1">
            <a:spLocks noGrp="1"/>
          </p:cNvSpPr>
          <p:nvPr>
            <p:ph type="title" idx="2"/>
          </p:nvPr>
        </p:nvSpPr>
        <p:spPr>
          <a:xfrm>
            <a:off x="100625" y="838600"/>
            <a:ext cx="3015900" cy="40191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 b="1">
                <a:latin typeface="Arial"/>
                <a:ea typeface="Arial"/>
                <a:cs typeface="Arial"/>
                <a:sym typeface="Arial"/>
              </a:rPr>
              <a:t>Data Sources Used</a:t>
            </a:r>
            <a:endParaRPr sz="1300" b="1"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 sz="1100" b="1">
                <a:latin typeface="Arial"/>
                <a:ea typeface="Arial"/>
                <a:cs typeface="Arial"/>
                <a:sym typeface="Arial"/>
              </a:rPr>
              <a:t>Equity returns:</a:t>
            </a:r>
            <a:br>
              <a:rPr lang="en" sz="1100" b="1">
                <a:latin typeface="Arial"/>
                <a:ea typeface="Arial"/>
                <a:cs typeface="Arial"/>
                <a:sym typeface="Arial"/>
              </a:rPr>
            </a:br>
            <a:r>
              <a:rPr lang="en" sz="1100">
                <a:latin typeface="Arial"/>
                <a:ea typeface="Arial"/>
                <a:cs typeface="Arial"/>
                <a:sym typeface="Arial"/>
              </a:rPr>
              <a:t> Daily S&amp;P 500 sector + broad index returns</a:t>
            </a:r>
            <a:br>
              <a:rPr lang="en" sz="1100">
                <a:latin typeface="Arial"/>
                <a:ea typeface="Arial"/>
                <a:cs typeface="Arial"/>
                <a:sym typeface="Arial"/>
              </a:rPr>
            </a:b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 sz="1100" b="1">
                <a:latin typeface="Arial"/>
                <a:ea typeface="Arial"/>
                <a:cs typeface="Arial"/>
                <a:sym typeface="Arial"/>
              </a:rPr>
              <a:t>Interest rate/yield data:</a:t>
            </a:r>
            <a:br>
              <a:rPr lang="en" sz="1100" b="1">
                <a:latin typeface="Arial"/>
                <a:ea typeface="Arial"/>
                <a:cs typeface="Arial"/>
                <a:sym typeface="Arial"/>
              </a:rPr>
            </a:br>
            <a:r>
              <a:rPr lang="en" sz="1100">
                <a:latin typeface="Arial"/>
                <a:ea typeface="Arial"/>
                <a:cs typeface="Arial"/>
                <a:sym typeface="Arial"/>
              </a:rPr>
              <a:t> U.S. Treasury yield curve (2y, 5y, 10y), term spread</a:t>
            </a:r>
            <a:br>
              <a:rPr lang="en" sz="1100">
                <a:latin typeface="Arial"/>
                <a:ea typeface="Arial"/>
                <a:cs typeface="Arial"/>
                <a:sym typeface="Arial"/>
              </a:rPr>
            </a:b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 sz="1100" b="1">
                <a:latin typeface="Arial"/>
                <a:ea typeface="Arial"/>
                <a:cs typeface="Arial"/>
                <a:sym typeface="Arial"/>
              </a:rPr>
              <a:t>FX (foreign exchange):</a:t>
            </a:r>
            <a:br>
              <a:rPr lang="en" sz="1100" b="1">
                <a:latin typeface="Arial"/>
                <a:ea typeface="Arial"/>
                <a:cs typeface="Arial"/>
                <a:sym typeface="Arial"/>
              </a:rPr>
            </a:br>
            <a:r>
              <a:rPr lang="en" sz="1100">
                <a:latin typeface="Arial"/>
                <a:ea typeface="Arial"/>
                <a:cs typeface="Arial"/>
                <a:sym typeface="Arial"/>
              </a:rPr>
              <a:t> Major USD cross rates (EUR/USD, JPY/USD, GBP/USD)</a:t>
            </a:r>
            <a:br>
              <a:rPr lang="en" sz="1100">
                <a:latin typeface="Arial"/>
                <a:ea typeface="Arial"/>
                <a:cs typeface="Arial"/>
                <a:sym typeface="Arial"/>
              </a:rPr>
            </a:b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 sz="1100" b="1">
                <a:latin typeface="Arial"/>
                <a:ea typeface="Arial"/>
                <a:cs typeface="Arial"/>
                <a:sym typeface="Arial"/>
              </a:rPr>
              <a:t>Macro indicators:</a:t>
            </a:r>
            <a:br>
              <a:rPr lang="en" sz="1100" b="1">
                <a:latin typeface="Arial"/>
                <a:ea typeface="Arial"/>
                <a:cs typeface="Arial"/>
                <a:sym typeface="Arial"/>
              </a:rPr>
            </a:br>
            <a:r>
              <a:rPr lang="en" sz="1100">
                <a:latin typeface="Arial"/>
                <a:ea typeface="Arial"/>
                <a:cs typeface="Arial"/>
                <a:sym typeface="Arial"/>
              </a:rPr>
              <a:t> Inflation surprises, economic activity indexes</a:t>
            </a:r>
            <a:br>
              <a:rPr lang="en" sz="1100">
                <a:latin typeface="Arial"/>
                <a:ea typeface="Arial"/>
                <a:cs typeface="Arial"/>
                <a:sym typeface="Arial"/>
              </a:rPr>
            </a:b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 sz="1100" b="1">
                <a:latin typeface="Arial"/>
                <a:ea typeface="Arial"/>
                <a:cs typeface="Arial"/>
                <a:sym typeface="Arial"/>
              </a:rPr>
              <a:t>Volatility metrics:</a:t>
            </a:r>
            <a:br>
              <a:rPr lang="en" sz="1100" b="1">
                <a:latin typeface="Arial"/>
                <a:ea typeface="Arial"/>
                <a:cs typeface="Arial"/>
                <a:sym typeface="Arial"/>
              </a:rPr>
            </a:br>
            <a:r>
              <a:rPr lang="en" sz="1100">
                <a:latin typeface="Arial"/>
                <a:ea typeface="Arial"/>
                <a:cs typeface="Arial"/>
                <a:sym typeface="Arial"/>
              </a:rPr>
              <a:t> VIX, realized volatility windows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4" name="Google Shape;464;p50"/>
          <p:cNvSpPr txBox="1">
            <a:spLocks noGrp="1"/>
          </p:cNvSpPr>
          <p:nvPr>
            <p:ph type="title" idx="4"/>
          </p:nvPr>
        </p:nvSpPr>
        <p:spPr>
          <a:xfrm>
            <a:off x="5128700" y="2838325"/>
            <a:ext cx="2026500" cy="3858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5" name="Google Shape;465;p50"/>
          <p:cNvSpPr txBox="1">
            <a:spLocks noGrp="1"/>
          </p:cNvSpPr>
          <p:nvPr>
            <p:ph type="subTitle" idx="5"/>
          </p:nvPr>
        </p:nvSpPr>
        <p:spPr>
          <a:xfrm>
            <a:off x="7258100" y="2838325"/>
            <a:ext cx="811500" cy="3858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6" name="Google Shape;466;p50"/>
          <p:cNvSpPr txBox="1">
            <a:spLocks noGrp="1"/>
          </p:cNvSpPr>
          <p:nvPr>
            <p:ph type="title" idx="6"/>
          </p:nvPr>
        </p:nvSpPr>
        <p:spPr>
          <a:xfrm>
            <a:off x="5128700" y="1812925"/>
            <a:ext cx="2026500" cy="3858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7" name="Google Shape;467;p50"/>
          <p:cNvSpPr txBox="1">
            <a:spLocks noGrp="1"/>
          </p:cNvSpPr>
          <p:nvPr>
            <p:ph type="subTitle" idx="7"/>
          </p:nvPr>
        </p:nvSpPr>
        <p:spPr>
          <a:xfrm>
            <a:off x="7258100" y="1812925"/>
            <a:ext cx="811500" cy="3858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68" name="Google Shape;468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13138" y="960400"/>
            <a:ext cx="5846724" cy="3654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51"/>
          <p:cNvSpPr txBox="1">
            <a:spLocks noGrp="1"/>
          </p:cNvSpPr>
          <p:nvPr>
            <p:ph type="title"/>
          </p:nvPr>
        </p:nvSpPr>
        <p:spPr>
          <a:xfrm>
            <a:off x="409625" y="401500"/>
            <a:ext cx="6993600" cy="3837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Transformations + Preprocessing</a:t>
            </a:r>
            <a:endParaRPr/>
          </a:p>
        </p:txBody>
      </p:sp>
      <p:sp>
        <p:nvSpPr>
          <p:cNvPr id="474" name="Google Shape;474;p51"/>
          <p:cNvSpPr txBox="1">
            <a:spLocks noGrp="1"/>
          </p:cNvSpPr>
          <p:nvPr>
            <p:ph type="title" idx="2"/>
          </p:nvPr>
        </p:nvSpPr>
        <p:spPr>
          <a:xfrm>
            <a:off x="322000" y="860450"/>
            <a:ext cx="7476000" cy="12546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/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-"/>
            </a:pPr>
            <a:r>
              <a:rPr lang="en" sz="1100" b="1">
                <a:latin typeface="Arial"/>
                <a:ea typeface="Arial"/>
                <a:cs typeface="Arial"/>
                <a:sym typeface="Arial"/>
              </a:rPr>
              <a:t>Aligned all series to a common daily date index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 so every indicator refers to the same timestamp.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-"/>
            </a:pPr>
            <a:r>
              <a:rPr lang="en" sz="1100" b="1">
                <a:latin typeface="Arial"/>
                <a:ea typeface="Arial"/>
                <a:cs typeface="Arial"/>
                <a:sym typeface="Arial"/>
              </a:rPr>
              <a:t>Forward-filled missing dates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 (holidays / non-trading days) to ensure a complete rectangular dataset.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-"/>
            </a:pPr>
            <a:r>
              <a:rPr lang="en" sz="1100" b="1">
                <a:latin typeface="Arial"/>
                <a:ea typeface="Arial"/>
                <a:cs typeface="Arial"/>
                <a:sym typeface="Arial"/>
              </a:rPr>
              <a:t>Converted raw levels into daily log returns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 to remove trends and make macro series stationary.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-"/>
            </a:pPr>
            <a:r>
              <a:rPr lang="en" sz="1100" b="1">
                <a:latin typeface="Arial"/>
                <a:ea typeface="Arial"/>
                <a:cs typeface="Arial"/>
                <a:sym typeface="Arial"/>
              </a:rPr>
              <a:t>Replaced zero values in yields with a small epsilon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 to avoid infinite log-returns.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-"/>
            </a:pPr>
            <a:r>
              <a:rPr lang="en" sz="1100" b="1">
                <a:latin typeface="Arial"/>
                <a:ea typeface="Arial"/>
                <a:cs typeface="Arial"/>
                <a:sym typeface="Arial"/>
              </a:rPr>
              <a:t>Standardized all features into z-scores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 so PCA and clustering are not dominated by high-volatility indicators.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75" name="Google Shape;475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6267" y="2013000"/>
            <a:ext cx="7591464" cy="2844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52"/>
          <p:cNvSpPr txBox="1">
            <a:spLocks noGrp="1"/>
          </p:cNvSpPr>
          <p:nvPr>
            <p:ph type="title"/>
          </p:nvPr>
        </p:nvSpPr>
        <p:spPr>
          <a:xfrm>
            <a:off x="409625" y="401500"/>
            <a:ext cx="7363200" cy="4875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Dimension Reduction + Clustering Techniques</a:t>
            </a:r>
            <a:endParaRPr/>
          </a:p>
        </p:txBody>
      </p:sp>
      <p:sp>
        <p:nvSpPr>
          <p:cNvPr id="481" name="Google Shape;481;p52"/>
          <p:cNvSpPr/>
          <p:nvPr/>
        </p:nvSpPr>
        <p:spPr>
          <a:xfrm>
            <a:off x="164300" y="888875"/>
            <a:ext cx="1980300" cy="3584400"/>
          </a:xfrm>
          <a:prstGeom prst="ellipse">
            <a:avLst/>
          </a:prstGeom>
          <a:solidFill>
            <a:schemeClr val="accent3"/>
          </a:solidFill>
          <a:ln w="9525" cap="flat" cmpd="sng">
            <a:solidFill>
              <a:srgbClr val="EFEFE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82" name="Google Shape;482;p52"/>
          <p:cNvSpPr txBox="1"/>
          <p:nvPr/>
        </p:nvSpPr>
        <p:spPr>
          <a:xfrm>
            <a:off x="465000" y="1390175"/>
            <a:ext cx="1426800" cy="291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>
                <a:solidFill>
                  <a:schemeClr val="dk1"/>
                </a:solidFill>
              </a:rPr>
              <a:t>Dimension Reductions:</a:t>
            </a:r>
            <a:endParaRPr sz="1100" b="1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 b="1">
                <a:solidFill>
                  <a:schemeClr val="dk1"/>
                </a:solidFill>
              </a:rPr>
              <a:t>PCA</a:t>
            </a:r>
            <a:endParaRPr sz="1100" b="1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 b="1">
                <a:solidFill>
                  <a:schemeClr val="dk1"/>
                </a:solidFill>
              </a:rPr>
              <a:t>NMF</a:t>
            </a:r>
            <a:endParaRPr sz="1100" b="1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 b="1">
                <a:solidFill>
                  <a:schemeClr val="dk1"/>
                </a:solidFill>
              </a:rPr>
              <a:t>UMAP</a:t>
            </a:r>
            <a:endParaRPr sz="1100" b="1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 b="1">
                <a:solidFill>
                  <a:schemeClr val="dk1"/>
                </a:solidFill>
              </a:rPr>
              <a:t>t-SNE</a:t>
            </a:r>
            <a:endParaRPr sz="1100" b="1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 b="1">
                <a:solidFill>
                  <a:schemeClr val="dk1"/>
                </a:solidFill>
              </a:rPr>
              <a:t>Spectral Embedding</a:t>
            </a:r>
            <a:endParaRPr sz="1100" b="1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 b="1">
                <a:solidFill>
                  <a:schemeClr val="dk1"/>
                </a:solidFill>
              </a:rPr>
              <a:t>Etc</a:t>
            </a:r>
            <a:endParaRPr sz="1100" b="1">
              <a:solidFill>
                <a:schemeClr val="dk1"/>
              </a:solidFill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1100">
              <a:solidFill>
                <a:schemeClr val="dk1"/>
              </a:solidFill>
            </a:endParaRPr>
          </a:p>
        </p:txBody>
      </p:sp>
      <p:sp>
        <p:nvSpPr>
          <p:cNvPr id="483" name="Google Shape;483;p52"/>
          <p:cNvSpPr/>
          <p:nvPr/>
        </p:nvSpPr>
        <p:spPr>
          <a:xfrm>
            <a:off x="3185038" y="888875"/>
            <a:ext cx="1980300" cy="3584400"/>
          </a:xfrm>
          <a:prstGeom prst="ellipse">
            <a:avLst/>
          </a:prstGeom>
          <a:solidFill>
            <a:schemeClr val="accent3"/>
          </a:solidFill>
          <a:ln w="9525" cap="flat" cmpd="sng">
            <a:solidFill>
              <a:srgbClr val="EFEFE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84" name="Google Shape;484;p52"/>
          <p:cNvSpPr txBox="1"/>
          <p:nvPr/>
        </p:nvSpPr>
        <p:spPr>
          <a:xfrm>
            <a:off x="3316563" y="1390175"/>
            <a:ext cx="2097900" cy="294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>
                <a:solidFill>
                  <a:schemeClr val="dk1"/>
                </a:solidFill>
              </a:rPr>
              <a:t>Clustering Techniques:</a:t>
            </a:r>
            <a:endParaRPr sz="1100" b="1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 b="1">
                <a:solidFill>
                  <a:schemeClr val="dk1"/>
                </a:solidFill>
              </a:rPr>
              <a:t>GMMs</a:t>
            </a:r>
            <a:endParaRPr sz="1100" b="1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 b="1">
                <a:solidFill>
                  <a:schemeClr val="dk1"/>
                </a:solidFill>
              </a:rPr>
              <a:t>KMeans++</a:t>
            </a:r>
            <a:endParaRPr sz="1100" b="1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 b="1">
                <a:solidFill>
                  <a:schemeClr val="dk1"/>
                </a:solidFill>
              </a:rPr>
              <a:t>Spectral Clustering</a:t>
            </a:r>
            <a:endParaRPr sz="1100" b="1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 b="1">
                <a:solidFill>
                  <a:schemeClr val="dk1"/>
                </a:solidFill>
              </a:rPr>
              <a:t>Hierarchical Clustering</a:t>
            </a:r>
            <a:endParaRPr sz="1100" b="1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 b="1">
                <a:solidFill>
                  <a:schemeClr val="dk1"/>
                </a:solidFill>
              </a:rPr>
              <a:t>Etc</a:t>
            </a:r>
            <a:endParaRPr sz="1100" b="1">
              <a:solidFill>
                <a:schemeClr val="dk1"/>
              </a:solidFill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1100">
              <a:solidFill>
                <a:schemeClr val="dk1"/>
              </a:solidFill>
            </a:endParaRPr>
          </a:p>
        </p:txBody>
      </p:sp>
      <p:sp>
        <p:nvSpPr>
          <p:cNvPr id="485" name="Google Shape;485;p52"/>
          <p:cNvSpPr/>
          <p:nvPr/>
        </p:nvSpPr>
        <p:spPr>
          <a:xfrm>
            <a:off x="2277450" y="2371200"/>
            <a:ext cx="759900" cy="4011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486" name="Google Shape;486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11925" y="2371187"/>
            <a:ext cx="3027926" cy="2385479"/>
          </a:xfrm>
          <a:prstGeom prst="rect">
            <a:avLst/>
          </a:prstGeom>
          <a:noFill/>
          <a:ln>
            <a:noFill/>
          </a:ln>
        </p:spPr>
      </p:pic>
      <p:sp>
        <p:nvSpPr>
          <p:cNvPr id="487" name="Google Shape;487;p52"/>
          <p:cNvSpPr txBox="1"/>
          <p:nvPr/>
        </p:nvSpPr>
        <p:spPr>
          <a:xfrm>
            <a:off x="5792600" y="3487425"/>
            <a:ext cx="2820000" cy="12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88" name="Google Shape;488;p52"/>
          <p:cNvSpPr txBox="1"/>
          <p:nvPr/>
        </p:nvSpPr>
        <p:spPr>
          <a:xfrm>
            <a:off x="5576113" y="888875"/>
            <a:ext cx="3000000" cy="144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>
                <a:solidFill>
                  <a:schemeClr val="dk1"/>
                </a:solidFill>
              </a:rPr>
              <a:t>Example of 1 combination:</a:t>
            </a:r>
            <a:endParaRPr sz="1100"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 b="1">
              <a:solidFill>
                <a:schemeClr val="dk1"/>
              </a:solidFill>
            </a:endParaRPr>
          </a:p>
          <a:p>
            <a:pPr marL="457200" lvl="0" indent="-2921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Lato"/>
              <a:buChar char="-"/>
            </a:pPr>
            <a:r>
              <a:rPr lang="en"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GMM on PC1 vs PC2</a:t>
            </a:r>
            <a:endParaRPr sz="10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-2921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Lato"/>
              <a:buChar char="-"/>
            </a:pPr>
            <a:r>
              <a:rPr lang="en"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Note the 21-day shock is simply the difference during 1 month of trading days plotted </a:t>
            </a:r>
            <a:endParaRPr sz="10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-2921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Lato"/>
              <a:buChar char="-"/>
            </a:pPr>
            <a:r>
              <a:rPr lang="en"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Can see some regime separation!</a:t>
            </a:r>
            <a:endParaRPr sz="10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-2921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Lato"/>
              <a:buChar char="-"/>
            </a:pPr>
            <a:r>
              <a:rPr lang="en"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PC2 captures separation of regimes (pink)</a:t>
            </a:r>
            <a:endParaRPr sz="10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p53"/>
          <p:cNvSpPr txBox="1">
            <a:spLocks noGrp="1"/>
          </p:cNvSpPr>
          <p:nvPr>
            <p:ph type="title"/>
          </p:nvPr>
        </p:nvSpPr>
        <p:spPr>
          <a:xfrm>
            <a:off x="409625" y="401500"/>
            <a:ext cx="4011600" cy="4371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Evaluation of Grid</a:t>
            </a:r>
            <a:endParaRPr/>
          </a:p>
        </p:txBody>
      </p:sp>
      <p:sp>
        <p:nvSpPr>
          <p:cNvPr id="494" name="Google Shape;494;p53"/>
          <p:cNvSpPr txBox="1">
            <a:spLocks noGrp="1"/>
          </p:cNvSpPr>
          <p:nvPr>
            <p:ph type="title" idx="2"/>
          </p:nvPr>
        </p:nvSpPr>
        <p:spPr>
          <a:xfrm>
            <a:off x="420000" y="860450"/>
            <a:ext cx="4764900" cy="42000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b="1">
                <a:latin typeface="Arial"/>
                <a:ea typeface="Arial"/>
                <a:cs typeface="Arial"/>
                <a:sym typeface="Arial"/>
              </a:rPr>
              <a:t>1. Interpretability</a:t>
            </a:r>
            <a:endParaRPr sz="1200" b="1">
              <a:latin typeface="Arial"/>
              <a:ea typeface="Arial"/>
              <a:cs typeface="Arial"/>
              <a:sym typeface="Arial"/>
            </a:endParaRPr>
          </a:p>
          <a:p>
            <a:pPr marL="457200" lvl="0" indent="-2921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000"/>
              <a:buFont typeface="Arial"/>
              <a:buChar char="●"/>
            </a:pPr>
            <a:r>
              <a:rPr lang="en" sz="1000">
                <a:latin typeface="Arial"/>
                <a:ea typeface="Arial"/>
                <a:cs typeface="Arial"/>
                <a:sym typeface="Arial"/>
              </a:rPr>
              <a:t>Used mainly to establish grid (what makes sense and is it defendable)</a:t>
            </a: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marL="45720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Arial"/>
              <a:buChar char="●"/>
            </a:pPr>
            <a:r>
              <a:rPr lang="en" sz="1000">
                <a:latin typeface="Arial"/>
                <a:ea typeface="Arial"/>
                <a:cs typeface="Arial"/>
                <a:sym typeface="Arial"/>
              </a:rPr>
              <a:t>PCA loadings or UMAP neighborhoods must match</a:t>
            </a:r>
            <a:br>
              <a:rPr lang="en" sz="1000">
                <a:latin typeface="Arial"/>
                <a:ea typeface="Arial"/>
                <a:cs typeface="Arial"/>
                <a:sym typeface="Arial"/>
              </a:rPr>
            </a:br>
            <a:r>
              <a:rPr lang="en" sz="10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" sz="1000" b="1">
                <a:latin typeface="Arial"/>
                <a:ea typeface="Arial"/>
                <a:cs typeface="Arial"/>
                <a:sym typeface="Arial"/>
              </a:rPr>
              <a:t>economic intuition</a:t>
            </a:r>
            <a:r>
              <a:rPr lang="en" sz="1000">
                <a:latin typeface="Arial"/>
                <a:ea typeface="Arial"/>
                <a:cs typeface="Arial"/>
                <a:sym typeface="Arial"/>
              </a:rPr>
              <a:t> (e.g., crisis = high vol, falling yields)</a:t>
            </a: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marL="45720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Arial"/>
              <a:buChar char="●"/>
            </a:pPr>
            <a:r>
              <a:rPr lang="en" sz="1000">
                <a:latin typeface="Arial"/>
                <a:ea typeface="Arial"/>
                <a:cs typeface="Arial"/>
                <a:sym typeface="Arial"/>
              </a:rPr>
              <a:t>Regime transitions must align with </a:t>
            </a:r>
            <a:r>
              <a:rPr lang="en" sz="1000" b="1">
                <a:latin typeface="Arial"/>
                <a:ea typeface="Arial"/>
                <a:cs typeface="Arial"/>
                <a:sym typeface="Arial"/>
              </a:rPr>
              <a:t>known macro events</a:t>
            </a: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b="1">
                <a:latin typeface="Arial"/>
                <a:ea typeface="Arial"/>
                <a:cs typeface="Arial"/>
                <a:sym typeface="Arial"/>
              </a:rPr>
              <a:t>2. Cluster Stability (Most Important)</a:t>
            </a:r>
            <a:endParaRPr sz="1200" b="1">
              <a:latin typeface="Arial"/>
              <a:ea typeface="Arial"/>
              <a:cs typeface="Arial"/>
              <a:sym typeface="Arial"/>
            </a:endParaRPr>
          </a:p>
          <a:p>
            <a:pPr marL="457200" lvl="0" indent="-2921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000"/>
              <a:buFont typeface="Arial"/>
              <a:buChar char="●"/>
            </a:pPr>
            <a:r>
              <a:rPr lang="en" sz="1000" b="1">
                <a:latin typeface="Arial"/>
                <a:ea typeface="Arial"/>
                <a:cs typeface="Arial"/>
                <a:sym typeface="Arial"/>
              </a:rPr>
              <a:t>Adjusted Rand Index (ARI)</a:t>
            </a:r>
            <a:r>
              <a:rPr lang="en" sz="1000">
                <a:latin typeface="Arial"/>
                <a:ea typeface="Arial"/>
                <a:cs typeface="Arial"/>
                <a:sym typeface="Arial"/>
              </a:rPr>
              <a:t> between rolling windows</a:t>
            </a:r>
            <a:br>
              <a:rPr lang="en" sz="1000">
                <a:latin typeface="Arial"/>
                <a:ea typeface="Arial"/>
                <a:cs typeface="Arial"/>
                <a:sym typeface="Arial"/>
              </a:rPr>
            </a:br>
            <a:r>
              <a:rPr lang="en" sz="1000">
                <a:latin typeface="Arial"/>
                <a:ea typeface="Arial"/>
                <a:cs typeface="Arial"/>
                <a:sym typeface="Arial"/>
              </a:rPr>
              <a:t> → Measures how consistently a method assigns regimes over time</a:t>
            </a: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marL="45720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Arial"/>
              <a:buChar char="●"/>
            </a:pPr>
            <a:r>
              <a:rPr lang="en" sz="1000" b="1">
                <a:latin typeface="Arial"/>
                <a:ea typeface="Arial"/>
                <a:cs typeface="Arial"/>
                <a:sym typeface="Arial"/>
              </a:rPr>
              <a:t>Consensus Matrix</a:t>
            </a:r>
            <a:r>
              <a:rPr lang="en" sz="1000">
                <a:latin typeface="Arial"/>
                <a:ea typeface="Arial"/>
                <a:cs typeface="Arial"/>
                <a:sym typeface="Arial"/>
              </a:rPr>
              <a:t> across different runs</a:t>
            </a:r>
            <a:br>
              <a:rPr lang="en" sz="1000">
                <a:latin typeface="Arial"/>
                <a:ea typeface="Arial"/>
                <a:cs typeface="Arial"/>
                <a:sym typeface="Arial"/>
              </a:rPr>
            </a:br>
            <a:r>
              <a:rPr lang="en" sz="1000">
                <a:latin typeface="Arial"/>
                <a:ea typeface="Arial"/>
                <a:cs typeface="Arial"/>
                <a:sym typeface="Arial"/>
              </a:rPr>
              <a:t> → High agreement = stable, reliable structure</a:t>
            </a: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1500"/>
          </a:p>
        </p:txBody>
      </p:sp>
      <p:sp>
        <p:nvSpPr>
          <p:cNvPr id="495" name="Google Shape;495;p53"/>
          <p:cNvSpPr txBox="1"/>
          <p:nvPr/>
        </p:nvSpPr>
        <p:spPr>
          <a:xfrm>
            <a:off x="5184900" y="149450"/>
            <a:ext cx="3133500" cy="360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b="1" dirty="0">
                <a:solidFill>
                  <a:schemeClr val="dk1"/>
                </a:solidFill>
              </a:rPr>
              <a:t>3. Cluster Quality</a:t>
            </a:r>
            <a:endParaRPr sz="1200" b="1" dirty="0">
              <a:solidFill>
                <a:schemeClr val="dk1"/>
              </a:solidFill>
            </a:endParaRPr>
          </a:p>
          <a:p>
            <a:pPr marL="457200" lvl="0" indent="-2921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en" sz="1000" b="1" dirty="0">
                <a:solidFill>
                  <a:schemeClr val="dk1"/>
                </a:solidFill>
              </a:rPr>
              <a:t>Silhouette Score</a:t>
            </a:r>
            <a:br>
              <a:rPr lang="en" sz="1000" b="1" dirty="0">
                <a:solidFill>
                  <a:schemeClr val="dk1"/>
                </a:solidFill>
              </a:rPr>
            </a:br>
            <a:r>
              <a:rPr lang="en" sz="1000" dirty="0">
                <a:solidFill>
                  <a:schemeClr val="dk1"/>
                </a:solidFill>
              </a:rPr>
              <a:t> → Quantifies how well-separated clusters are</a:t>
            </a:r>
            <a:endParaRPr sz="1000" dirty="0">
              <a:solidFill>
                <a:schemeClr val="dk1"/>
              </a:solidFill>
            </a:endParaRPr>
          </a:p>
          <a:p>
            <a:pPr marL="45720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en" sz="1000" b="1" dirty="0">
                <a:solidFill>
                  <a:schemeClr val="dk1"/>
                </a:solidFill>
              </a:rPr>
              <a:t>Intra-cluster compactness vs. inter-cluster distance</a:t>
            </a:r>
            <a:br>
              <a:rPr lang="en" sz="1000" b="1" dirty="0">
                <a:solidFill>
                  <a:schemeClr val="dk1"/>
                </a:solidFill>
              </a:rPr>
            </a:br>
            <a:r>
              <a:rPr lang="en" sz="1000" dirty="0">
                <a:solidFill>
                  <a:schemeClr val="dk1"/>
                </a:solidFill>
              </a:rPr>
              <a:t> → Ensures regimes are meaningful, not overlap/noise</a:t>
            </a:r>
            <a:endParaRPr sz="1200" b="1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200" b="1" dirty="0">
                <a:solidFill>
                  <a:schemeClr val="dk1"/>
                </a:solidFill>
              </a:rPr>
              <a:t>Final Selection Criterion</a:t>
            </a:r>
            <a:endParaRPr sz="1200" b="1" dirty="0">
              <a:solidFill>
                <a:schemeClr val="dk1"/>
              </a:solidFill>
            </a:endParaRPr>
          </a:p>
          <a:p>
            <a:pPr marL="457200" lvl="0" indent="-2921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en" sz="1000" b="1" dirty="0">
                <a:solidFill>
                  <a:schemeClr val="dk1"/>
                </a:solidFill>
              </a:rPr>
              <a:t>Highest stability + strongest cluster separation + economically interpretable behavior</a:t>
            </a:r>
            <a:br>
              <a:rPr lang="en" sz="1000" b="1" dirty="0">
                <a:solidFill>
                  <a:schemeClr val="dk1"/>
                </a:solidFill>
              </a:rPr>
            </a:br>
            <a:r>
              <a:rPr lang="en" sz="1000" dirty="0">
                <a:solidFill>
                  <a:schemeClr val="dk1"/>
                </a:solidFill>
              </a:rPr>
              <a:t> → This combination defines the </a:t>
            </a:r>
            <a:r>
              <a:rPr lang="en" sz="1000" i="1" dirty="0">
                <a:solidFill>
                  <a:schemeClr val="dk1"/>
                </a:solidFill>
              </a:rPr>
              <a:t>best</a:t>
            </a:r>
            <a:r>
              <a:rPr lang="en" sz="1000" dirty="0">
                <a:solidFill>
                  <a:schemeClr val="dk1"/>
                </a:solidFill>
              </a:rPr>
              <a:t> regime-modeling pipeline.</a:t>
            </a:r>
            <a:endParaRPr sz="10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500"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496" name="Google Shape;496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75876" y="3529131"/>
            <a:ext cx="7021216" cy="15313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54"/>
          <p:cNvSpPr txBox="1">
            <a:spLocks noGrp="1"/>
          </p:cNvSpPr>
          <p:nvPr>
            <p:ph type="title"/>
          </p:nvPr>
        </p:nvSpPr>
        <p:spPr>
          <a:xfrm>
            <a:off x="3923850" y="963675"/>
            <a:ext cx="1296300" cy="4635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End</a:t>
            </a:r>
            <a:endParaRPr/>
          </a:p>
        </p:txBody>
      </p:sp>
      <p:sp>
        <p:nvSpPr>
          <p:cNvPr id="502" name="Google Shape;502;p54"/>
          <p:cNvSpPr txBox="1">
            <a:spLocks noGrp="1"/>
          </p:cNvSpPr>
          <p:nvPr>
            <p:ph type="title" idx="2"/>
          </p:nvPr>
        </p:nvSpPr>
        <p:spPr>
          <a:xfrm>
            <a:off x="3450075" y="1835825"/>
            <a:ext cx="2431200" cy="4191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 for your time!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lides Pitch 2024">
  <a:themeElements>
    <a:clrScheme name="Google Colours">
      <a:dk1>
        <a:srgbClr val="000000"/>
      </a:dk1>
      <a:lt1>
        <a:srgbClr val="182A43"/>
      </a:lt1>
      <a:dk2>
        <a:srgbClr val="253851"/>
      </a:dk2>
      <a:lt2>
        <a:srgbClr val="364D6C"/>
      </a:lt2>
      <a:accent1>
        <a:srgbClr val="4F6887"/>
      </a:accent1>
      <a:accent2>
        <a:srgbClr val="6C87A6"/>
      </a:accent2>
      <a:accent3>
        <a:srgbClr val="86A3C3"/>
      </a:accent3>
      <a:accent4>
        <a:srgbClr val="97C5EF"/>
      </a:accent4>
      <a:accent5>
        <a:srgbClr val="A7D4FF"/>
      </a:accent5>
      <a:accent6>
        <a:srgbClr val="BEDEFF"/>
      </a:accent6>
      <a:hlink>
        <a:srgbClr val="EFEFEF"/>
      </a:hlink>
      <a:folHlink>
        <a:srgbClr val="7B1FA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624</Words>
  <Application>Microsoft Macintosh PowerPoint</Application>
  <PresentationFormat>On-screen Show (16:9)</PresentationFormat>
  <Paragraphs>77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Lato</vt:lpstr>
      <vt:lpstr>Quantico</vt:lpstr>
      <vt:lpstr>Slides Pitch 2024</vt:lpstr>
      <vt:lpstr>Uncovering Market Regime Structure in Financial Data   STAT 5244: Unsupervised Machine Learning   By Dimitris Markopoulos </vt:lpstr>
      <vt:lpstr>Motivations – Why Market Regimes Matter</vt:lpstr>
      <vt:lpstr>Some Existing Work Source: Two Sigma (2021). “A Machine Learning Approach to Regime Modeling.”</vt:lpstr>
      <vt:lpstr>Data</vt:lpstr>
      <vt:lpstr>Transformations + Preprocessing</vt:lpstr>
      <vt:lpstr>Dimension Reduction + Clustering Techniques</vt:lpstr>
      <vt:lpstr>Evaluation of Grid</vt:lpstr>
      <vt:lpstr>The End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djm2269</cp:lastModifiedBy>
  <cp:revision>1</cp:revision>
  <dcterms:modified xsi:type="dcterms:W3CDTF">2025-12-11T19:39:08Z</dcterms:modified>
</cp:coreProperties>
</file>